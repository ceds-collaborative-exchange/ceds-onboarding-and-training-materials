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notesSlides/notesSlide6.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4"/>
  </p:sldMasterIdLst>
  <p:notesMasterIdLst>
    <p:notesMasterId r:id="rId23"/>
  </p:notesMasterIdLst>
  <p:handoutMasterIdLst>
    <p:handoutMasterId r:id="rId24"/>
  </p:handoutMasterIdLst>
  <p:sldIdLst>
    <p:sldId id="305" r:id="rId5"/>
    <p:sldId id="304" r:id="rId6"/>
    <p:sldId id="303" r:id="rId7"/>
    <p:sldId id="283" r:id="rId8"/>
    <p:sldId id="291" r:id="rId9"/>
    <p:sldId id="284" r:id="rId10"/>
    <p:sldId id="268" r:id="rId11"/>
    <p:sldId id="274" r:id="rId12"/>
    <p:sldId id="285" r:id="rId13"/>
    <p:sldId id="294" r:id="rId14"/>
    <p:sldId id="290" r:id="rId15"/>
    <p:sldId id="296" r:id="rId16"/>
    <p:sldId id="298" r:id="rId17"/>
    <p:sldId id="297" r:id="rId18"/>
    <p:sldId id="301" r:id="rId19"/>
    <p:sldId id="302" r:id="rId20"/>
    <p:sldId id="289" r:id="rId21"/>
    <p:sldId id="288" r:id="rId22"/>
  </p:sldIdLst>
  <p:sldSz cx="9601200" cy="7315200"/>
  <p:notesSz cx="7004050" cy="92900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94408E-0AF3-5D82-2F7D-0A811818609C}" v="4" dt="2026-10-01T20:06:37.8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2857" autoAdjust="0"/>
  </p:normalViewPr>
  <p:slideViewPr>
    <p:cSldViewPr snapToGrid="0">
      <p:cViewPr varScale="1">
        <p:scale>
          <a:sx n="86" d="100"/>
          <a:sy n="86" d="100"/>
        </p:scale>
        <p:origin x="1554" y="84"/>
      </p:cViewPr>
      <p:guideLst/>
    </p:cSldViewPr>
  </p:slideViewPr>
  <p:outlineViewPr>
    <p:cViewPr>
      <p:scale>
        <a:sx n="33" d="100"/>
        <a:sy n="33" d="100"/>
      </p:scale>
      <p:origin x="0" y="-768"/>
    </p:cViewPr>
  </p:outlineViewPr>
  <p:notesTextViewPr>
    <p:cViewPr>
      <p:scale>
        <a:sx n="1" d="1"/>
        <a:sy n="1" d="1"/>
      </p:scale>
      <p:origin x="0" y="0"/>
    </p:cViewPr>
  </p:notesTextViewPr>
  <p:notesViewPr>
    <p:cSldViewPr snapToGrid="0">
      <p:cViewPr varScale="1">
        <p:scale>
          <a:sx n="80" d="100"/>
          <a:sy n="80" d="100"/>
        </p:scale>
        <p:origin x="3882"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CFD3BCC-B183-C44E-774C-276920B6D66C}"/>
              </a:ext>
            </a:extLst>
          </p:cNvPr>
          <p:cNvSpPr>
            <a:spLocks noGrp="1"/>
          </p:cNvSpPr>
          <p:nvPr>
            <p:ph type="hdr" sz="quarter"/>
          </p:nvPr>
        </p:nvSpPr>
        <p:spPr>
          <a:xfrm>
            <a:off x="0" y="0"/>
            <a:ext cx="3035300" cy="46513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C688BAE-03CD-B772-AC1E-80ADEA682876}"/>
              </a:ext>
            </a:extLst>
          </p:cNvPr>
          <p:cNvSpPr>
            <a:spLocks noGrp="1"/>
          </p:cNvSpPr>
          <p:nvPr>
            <p:ph type="dt" sz="quarter" idx="1"/>
          </p:nvPr>
        </p:nvSpPr>
        <p:spPr>
          <a:xfrm>
            <a:off x="3967163" y="0"/>
            <a:ext cx="3035300" cy="465138"/>
          </a:xfrm>
          <a:prstGeom prst="rect">
            <a:avLst/>
          </a:prstGeom>
        </p:spPr>
        <p:txBody>
          <a:bodyPr vert="horz" lIns="91440" tIns="45720" rIns="91440" bIns="45720" rtlCol="0"/>
          <a:lstStyle>
            <a:lvl1pPr algn="r">
              <a:defRPr sz="1200"/>
            </a:lvl1pPr>
          </a:lstStyle>
          <a:p>
            <a:fld id="{324849CD-71FD-408B-9987-E6AA8125FFCD}" type="datetimeFigureOut">
              <a:rPr lang="en-US" smtClean="0"/>
              <a:t>10/1/2026</a:t>
            </a:fld>
            <a:endParaRPr lang="en-US"/>
          </a:p>
        </p:txBody>
      </p:sp>
      <p:sp>
        <p:nvSpPr>
          <p:cNvPr id="4" name="Footer Placeholder 3">
            <a:extLst>
              <a:ext uri="{FF2B5EF4-FFF2-40B4-BE49-F238E27FC236}">
                <a16:creationId xmlns:a16="http://schemas.microsoft.com/office/drawing/2014/main" id="{D81D35BC-7DF0-7D4E-1368-290E39623015}"/>
              </a:ext>
            </a:extLst>
          </p:cNvPr>
          <p:cNvSpPr>
            <a:spLocks noGrp="1"/>
          </p:cNvSpPr>
          <p:nvPr>
            <p:ph type="ftr" sz="quarter" idx="2"/>
          </p:nvPr>
        </p:nvSpPr>
        <p:spPr>
          <a:xfrm>
            <a:off x="0" y="8824913"/>
            <a:ext cx="3035300" cy="46513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979A223-4D6F-9237-A14F-77895BC4D8D4}"/>
              </a:ext>
            </a:extLst>
          </p:cNvPr>
          <p:cNvSpPr>
            <a:spLocks noGrp="1"/>
          </p:cNvSpPr>
          <p:nvPr>
            <p:ph type="sldNum" sz="quarter" idx="3"/>
          </p:nvPr>
        </p:nvSpPr>
        <p:spPr>
          <a:xfrm>
            <a:off x="3967163" y="8824913"/>
            <a:ext cx="3035300" cy="465137"/>
          </a:xfrm>
          <a:prstGeom prst="rect">
            <a:avLst/>
          </a:prstGeom>
        </p:spPr>
        <p:txBody>
          <a:bodyPr vert="horz" lIns="91440" tIns="45720" rIns="91440" bIns="45720" rtlCol="0" anchor="b"/>
          <a:lstStyle>
            <a:lvl1pPr algn="r">
              <a:defRPr sz="1200"/>
            </a:lvl1pPr>
          </a:lstStyle>
          <a:p>
            <a:fld id="{1C23AD15-EA5A-4524-A322-2F50B2E1AF61}" type="slidenum">
              <a:rPr lang="en-US" smtClean="0"/>
              <a:t>‹#›</a:t>
            </a:fld>
            <a:endParaRPr lang="en-US"/>
          </a:p>
        </p:txBody>
      </p:sp>
    </p:spTree>
    <p:extLst>
      <p:ext uri="{BB962C8B-B14F-4D97-AF65-F5344CB8AC3E}">
        <p14:creationId xmlns:p14="http://schemas.microsoft.com/office/powerpoint/2010/main" val="189871388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07T21:45:40.14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1,'7'3,"0"0,0-1,1 0,-1 0,0-1,1 1,9-1,0 1,182 21,206 28,-126-13,1-13,335-11,-8-17,-380 3,-203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07T21:45:42.078"/>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58,'833'0,"-802"-2,59-10,9-1,-22 11,-47 3,0-2,1-1,28-6,-3-1,-1 3,1 3,70 4,-59 0,-42-1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07T21:45:40.14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1,'5'2,"-1"0,1 0,0-2,0 2,-1-1,1-1,6 1,1 1,118 13,134 18,-82-8,2-8,217-9,-4-9,-249 1,-133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6T13:43:04.20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54,'0'-1,"1"0,-1 0,1 1,-1-1,0 0,0 0,1 0,0 1,-1 0,1-1,0 0,-1 0,1 1,-1 0,1-1,0 1,-1-1,1 1,0-1,0 1,0-1,-1 1,1 0,2 0,23-6,-23 5,34-3,-1 1,57 4,23-2,-43-11,-54 8,0 1,26-2,388 4,-210 3,-201-2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6T13:43:05.87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0,'721'0,"-707"1,1 1,0 0,0 1,-1 1,27 9,12 5,-31-13</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6T13:43:10.638"/>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27,'947'0,"-788"-13,-107 6,58 1,-89 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5300"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67163" y="0"/>
            <a:ext cx="3035300" cy="465138"/>
          </a:xfrm>
          <a:prstGeom prst="rect">
            <a:avLst/>
          </a:prstGeom>
        </p:spPr>
        <p:txBody>
          <a:bodyPr vert="horz" lIns="91440" tIns="45720" rIns="91440" bIns="45720" rtlCol="0"/>
          <a:lstStyle>
            <a:lvl1pPr algn="r">
              <a:defRPr sz="1200"/>
            </a:lvl1pPr>
          </a:lstStyle>
          <a:p>
            <a:fld id="{055B33B7-387F-470D-A8B3-EBC7883D6287}" type="datetimeFigureOut">
              <a:rPr lang="en-US" smtClean="0"/>
              <a:t>10/1/2026</a:t>
            </a:fld>
            <a:endParaRPr lang="en-US"/>
          </a:p>
        </p:txBody>
      </p:sp>
      <p:sp>
        <p:nvSpPr>
          <p:cNvPr id="4" name="Slide Image Placeholder 3"/>
          <p:cNvSpPr>
            <a:spLocks noGrp="1" noRot="1" noChangeAspect="1"/>
          </p:cNvSpPr>
          <p:nvPr>
            <p:ph type="sldImg" idx="2"/>
          </p:nvPr>
        </p:nvSpPr>
        <p:spPr>
          <a:xfrm>
            <a:off x="1444625" y="1162050"/>
            <a:ext cx="4114800" cy="313531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0088" y="4470400"/>
            <a:ext cx="5603875" cy="36591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4913"/>
            <a:ext cx="3035300" cy="4651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67163" y="8824913"/>
            <a:ext cx="3035300" cy="465137"/>
          </a:xfrm>
          <a:prstGeom prst="rect">
            <a:avLst/>
          </a:prstGeom>
        </p:spPr>
        <p:txBody>
          <a:bodyPr vert="horz" lIns="91440" tIns="45720" rIns="91440" bIns="45720" rtlCol="0" anchor="b"/>
          <a:lstStyle>
            <a:lvl1pPr algn="r">
              <a:defRPr sz="1200"/>
            </a:lvl1pPr>
          </a:lstStyle>
          <a:p>
            <a:fld id="{540110F7-19B2-41AE-80BD-FA8E54EF59B6}" type="slidenum">
              <a:rPr lang="en-US" smtClean="0"/>
              <a:t>‹#›</a:t>
            </a:fld>
            <a:endParaRPr lang="en-US"/>
          </a:p>
        </p:txBody>
      </p:sp>
    </p:spTree>
    <p:extLst>
      <p:ext uri="{BB962C8B-B14F-4D97-AF65-F5344CB8AC3E}">
        <p14:creationId xmlns:p14="http://schemas.microsoft.com/office/powerpoint/2010/main" val="1415204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30A31-5F96-CC62-2708-BE89BD2EFC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380DB9-ECB4-6C68-0FE6-9693D507B9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DE69E9-0DBD-6B8D-295A-88375B2D36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AE767D-2CAA-D6F7-A0D2-0EDEE3C5A607}"/>
              </a:ext>
            </a:extLst>
          </p:cNvPr>
          <p:cNvSpPr>
            <a:spLocks noGrp="1"/>
          </p:cNvSpPr>
          <p:nvPr>
            <p:ph type="sldNum" sz="quarter" idx="5"/>
          </p:nvPr>
        </p:nvSpPr>
        <p:spPr/>
        <p:txBody>
          <a:bodyPr/>
          <a:lstStyle/>
          <a:p>
            <a:fld id="{69908165-0817-459C-AB44-3B05783AA809}" type="slidenum">
              <a:rPr lang="en-US" smtClean="0"/>
              <a:t>3</a:t>
            </a:fld>
            <a:endParaRPr lang="en-US"/>
          </a:p>
        </p:txBody>
      </p:sp>
    </p:spTree>
    <p:extLst>
      <p:ext uri="{BB962C8B-B14F-4D97-AF65-F5344CB8AC3E}">
        <p14:creationId xmlns:p14="http://schemas.microsoft.com/office/powerpoint/2010/main" val="39199903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E5472-B242-27D6-3B01-1137FCEBE5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729C38-75B2-7DDC-2AE0-612AFDBA81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E54479-6320-09A7-D32B-132BC4CC91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FCBE76-93D8-E11D-6998-582347B09353}"/>
              </a:ext>
            </a:extLst>
          </p:cNvPr>
          <p:cNvSpPr>
            <a:spLocks noGrp="1"/>
          </p:cNvSpPr>
          <p:nvPr>
            <p:ph type="sldNum" sz="quarter" idx="5"/>
          </p:nvPr>
        </p:nvSpPr>
        <p:spPr/>
        <p:txBody>
          <a:bodyPr/>
          <a:lstStyle/>
          <a:p>
            <a:fld id="{69908165-0817-459C-AB44-3B05783AA809}" type="slidenum">
              <a:rPr lang="en-US" smtClean="0"/>
              <a:t>4</a:t>
            </a:fld>
            <a:endParaRPr lang="en-US"/>
          </a:p>
        </p:txBody>
      </p:sp>
    </p:spTree>
    <p:extLst>
      <p:ext uri="{BB962C8B-B14F-4D97-AF65-F5344CB8AC3E}">
        <p14:creationId xmlns:p14="http://schemas.microsoft.com/office/powerpoint/2010/main" val="20174488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FBD5E-9A1B-768C-B417-DFB5AFF157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59E9C7-67E5-5062-2513-9F796A54D7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C4626E-5E61-3947-AFA7-CEB355196D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E52E3A-1353-0805-8AB5-7BA138BC08F7}"/>
              </a:ext>
            </a:extLst>
          </p:cNvPr>
          <p:cNvSpPr>
            <a:spLocks noGrp="1"/>
          </p:cNvSpPr>
          <p:nvPr>
            <p:ph type="sldNum" sz="quarter" idx="5"/>
          </p:nvPr>
        </p:nvSpPr>
        <p:spPr/>
        <p:txBody>
          <a:bodyPr/>
          <a:lstStyle/>
          <a:p>
            <a:fld id="{69908165-0817-459C-AB44-3B05783AA809}" type="slidenum">
              <a:rPr lang="en-US" smtClean="0"/>
              <a:t>5</a:t>
            </a:fld>
            <a:endParaRPr lang="en-US"/>
          </a:p>
        </p:txBody>
      </p:sp>
    </p:spTree>
    <p:extLst>
      <p:ext uri="{BB962C8B-B14F-4D97-AF65-F5344CB8AC3E}">
        <p14:creationId xmlns:p14="http://schemas.microsoft.com/office/powerpoint/2010/main" val="2730860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66F9F-3828-6E00-DD06-53BA21995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3652EA-9846-FE06-03E8-3825827D7D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F98BB6-7D26-BD72-7CF0-431247BC81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1A3AA0-01E1-A82A-F5D2-0D9751F49BF4}"/>
              </a:ext>
            </a:extLst>
          </p:cNvPr>
          <p:cNvSpPr>
            <a:spLocks noGrp="1"/>
          </p:cNvSpPr>
          <p:nvPr>
            <p:ph type="sldNum" sz="quarter" idx="5"/>
          </p:nvPr>
        </p:nvSpPr>
        <p:spPr/>
        <p:txBody>
          <a:bodyPr/>
          <a:lstStyle/>
          <a:p>
            <a:fld id="{69908165-0817-459C-AB44-3B05783AA809}" type="slidenum">
              <a:rPr lang="en-US" smtClean="0"/>
              <a:t>6</a:t>
            </a:fld>
            <a:endParaRPr lang="en-US"/>
          </a:p>
        </p:txBody>
      </p:sp>
    </p:spTree>
    <p:extLst>
      <p:ext uri="{BB962C8B-B14F-4D97-AF65-F5344CB8AC3E}">
        <p14:creationId xmlns:p14="http://schemas.microsoft.com/office/powerpoint/2010/main" val="1512695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7B671-6C06-87FA-8F4A-1C013A3CA4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350226-4ABF-F70F-A338-230D65FAE8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640D9E-539F-26C1-2F2E-F1EF3D3AC3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D36258-340F-EF60-D450-836B3B8350C4}"/>
              </a:ext>
            </a:extLst>
          </p:cNvPr>
          <p:cNvSpPr>
            <a:spLocks noGrp="1"/>
          </p:cNvSpPr>
          <p:nvPr>
            <p:ph type="sldNum" sz="quarter" idx="5"/>
          </p:nvPr>
        </p:nvSpPr>
        <p:spPr/>
        <p:txBody>
          <a:bodyPr/>
          <a:lstStyle/>
          <a:p>
            <a:fld id="{69908165-0817-459C-AB44-3B05783AA809}" type="slidenum">
              <a:rPr lang="en-US" smtClean="0"/>
              <a:t>7</a:t>
            </a:fld>
            <a:endParaRPr lang="en-US"/>
          </a:p>
        </p:txBody>
      </p:sp>
    </p:spTree>
    <p:extLst>
      <p:ext uri="{BB962C8B-B14F-4D97-AF65-F5344CB8AC3E}">
        <p14:creationId xmlns:p14="http://schemas.microsoft.com/office/powerpoint/2010/main" val="26236702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2F5C0-807E-9E52-009E-E497976B2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3950CB-1A17-9952-1EC3-389AC9C7C6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D30C2B-AA8E-1E10-421C-F38FD71EC5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111444-F5AE-F2F0-3EE6-2DFCDFF42BEC}"/>
              </a:ext>
            </a:extLst>
          </p:cNvPr>
          <p:cNvSpPr>
            <a:spLocks noGrp="1"/>
          </p:cNvSpPr>
          <p:nvPr>
            <p:ph type="sldNum" sz="quarter" idx="5"/>
          </p:nvPr>
        </p:nvSpPr>
        <p:spPr/>
        <p:txBody>
          <a:bodyPr/>
          <a:lstStyle/>
          <a:p>
            <a:fld id="{69908165-0817-459C-AB44-3B05783AA809}" type="slidenum">
              <a:rPr lang="en-US" smtClean="0"/>
              <a:t>8</a:t>
            </a:fld>
            <a:endParaRPr lang="en-US"/>
          </a:p>
        </p:txBody>
      </p:sp>
    </p:spTree>
    <p:extLst>
      <p:ext uri="{BB962C8B-B14F-4D97-AF65-F5344CB8AC3E}">
        <p14:creationId xmlns:p14="http://schemas.microsoft.com/office/powerpoint/2010/main" val="24439899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06997-F115-A0AA-BA93-6360C9CD30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8A1A76-38C4-1695-7117-7EFD37B948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53A540-71F5-D8ED-DFE3-0A9064A570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EEEF1C-4B5B-F888-6B51-D2E62BDAA6B2}"/>
              </a:ext>
            </a:extLst>
          </p:cNvPr>
          <p:cNvSpPr>
            <a:spLocks noGrp="1"/>
          </p:cNvSpPr>
          <p:nvPr>
            <p:ph type="sldNum" sz="quarter" idx="5"/>
          </p:nvPr>
        </p:nvSpPr>
        <p:spPr/>
        <p:txBody>
          <a:bodyPr/>
          <a:lstStyle/>
          <a:p>
            <a:fld id="{69908165-0817-459C-AB44-3B05783AA809}" type="slidenum">
              <a:rPr lang="en-US" smtClean="0"/>
              <a:t>9</a:t>
            </a:fld>
            <a:endParaRPr lang="en-US"/>
          </a:p>
        </p:txBody>
      </p:sp>
    </p:spTree>
    <p:extLst>
      <p:ext uri="{BB962C8B-B14F-4D97-AF65-F5344CB8AC3E}">
        <p14:creationId xmlns:p14="http://schemas.microsoft.com/office/powerpoint/2010/main" val="21952290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9D76D-BF77-B42B-5312-78A6609CA9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4A5620-FEBD-5E7C-3F5D-3E0021184E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B7C9D2-6FE8-D2BB-4E54-4ED53A50EB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C88506-CA3A-590E-2E8F-9067976A2F54}"/>
              </a:ext>
            </a:extLst>
          </p:cNvPr>
          <p:cNvSpPr>
            <a:spLocks noGrp="1"/>
          </p:cNvSpPr>
          <p:nvPr>
            <p:ph type="sldNum" sz="quarter" idx="5"/>
          </p:nvPr>
        </p:nvSpPr>
        <p:spPr/>
        <p:txBody>
          <a:bodyPr/>
          <a:lstStyle/>
          <a:p>
            <a:fld id="{69908165-0817-459C-AB44-3B05783AA809}" type="slidenum">
              <a:rPr lang="en-US" smtClean="0"/>
              <a:t>10</a:t>
            </a:fld>
            <a:endParaRPr lang="en-US"/>
          </a:p>
        </p:txBody>
      </p:sp>
    </p:spTree>
    <p:extLst>
      <p:ext uri="{BB962C8B-B14F-4D97-AF65-F5344CB8AC3E}">
        <p14:creationId xmlns:p14="http://schemas.microsoft.com/office/powerpoint/2010/main" val="25863804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7BA5E-AF69-F8EA-5D5C-0E5D0F1EC6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A9D3B4-4209-286B-E593-DEF698C02F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2194CD-FC71-A2ED-3AB5-064D052803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4EDD8F-A986-4671-FB13-50B00CFE3A07}"/>
              </a:ext>
            </a:extLst>
          </p:cNvPr>
          <p:cNvSpPr>
            <a:spLocks noGrp="1"/>
          </p:cNvSpPr>
          <p:nvPr>
            <p:ph type="sldNum" sz="quarter" idx="5"/>
          </p:nvPr>
        </p:nvSpPr>
        <p:spPr/>
        <p:txBody>
          <a:bodyPr/>
          <a:lstStyle/>
          <a:p>
            <a:fld id="{69908165-0817-459C-AB44-3B05783AA809}" type="slidenum">
              <a:rPr lang="en-US" smtClean="0"/>
              <a:t>11</a:t>
            </a:fld>
            <a:endParaRPr lang="en-US"/>
          </a:p>
        </p:txBody>
      </p:sp>
    </p:spTree>
    <p:extLst>
      <p:ext uri="{BB962C8B-B14F-4D97-AF65-F5344CB8AC3E}">
        <p14:creationId xmlns:p14="http://schemas.microsoft.com/office/powerpoint/2010/main" val="37883422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E9958-BC85-E1A0-7C63-C0AA6F1E45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93AD22-0240-C1EA-B819-2E4E47D4C8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CFFFF6-EF91-AF85-BE91-ED070C1AD2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A1377F-0B21-EA2F-0A21-8F2ABFA54F24}"/>
              </a:ext>
            </a:extLst>
          </p:cNvPr>
          <p:cNvSpPr>
            <a:spLocks noGrp="1"/>
          </p:cNvSpPr>
          <p:nvPr>
            <p:ph type="sldNum" sz="quarter" idx="5"/>
          </p:nvPr>
        </p:nvSpPr>
        <p:spPr/>
        <p:txBody>
          <a:bodyPr/>
          <a:lstStyle/>
          <a:p>
            <a:fld id="{F5FCEFA1-35E3-4179-9D38-7A20CAA0E3A3}" type="slidenum">
              <a:rPr lang="en-US" smtClean="0"/>
              <a:t>16</a:t>
            </a:fld>
            <a:endParaRPr lang="en-US"/>
          </a:p>
        </p:txBody>
      </p:sp>
    </p:spTree>
    <p:extLst>
      <p:ext uri="{BB962C8B-B14F-4D97-AF65-F5344CB8AC3E}">
        <p14:creationId xmlns:p14="http://schemas.microsoft.com/office/powerpoint/2010/main" val="37271421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FCEFA1-35E3-4179-9D38-7A20CAA0E3A3}" type="slidenum">
              <a:rPr lang="en-US" smtClean="0"/>
              <a:t>17</a:t>
            </a:fld>
            <a:endParaRPr lang="en-US"/>
          </a:p>
        </p:txBody>
      </p:sp>
    </p:spTree>
    <p:extLst>
      <p:ext uri="{BB962C8B-B14F-4D97-AF65-F5344CB8AC3E}">
        <p14:creationId xmlns:p14="http://schemas.microsoft.com/office/powerpoint/2010/main" val="42414694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FCEFA1-35E3-4179-9D38-7A20CAA0E3A3}" type="slidenum">
              <a:rPr lang="en-US" smtClean="0"/>
              <a:t>18</a:t>
            </a:fld>
            <a:endParaRPr lang="en-US"/>
          </a:p>
        </p:txBody>
      </p:sp>
    </p:spTree>
    <p:extLst>
      <p:ext uri="{BB962C8B-B14F-4D97-AF65-F5344CB8AC3E}">
        <p14:creationId xmlns:p14="http://schemas.microsoft.com/office/powerpoint/2010/main" val="2738109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20090" y="1197187"/>
            <a:ext cx="8161020" cy="2546773"/>
          </a:xfrm>
        </p:spPr>
        <p:txBody>
          <a:bodyPr anchor="b"/>
          <a:lstStyle>
            <a:lvl1pPr algn="ctr">
              <a:defRPr sz="6300"/>
            </a:lvl1pPr>
          </a:lstStyle>
          <a:p>
            <a:r>
              <a:rPr lang="en-US"/>
              <a:t>Click to edit Master title style</a:t>
            </a:r>
            <a:endParaRPr lang="en-US" dirty="0"/>
          </a:p>
        </p:txBody>
      </p:sp>
      <p:sp>
        <p:nvSpPr>
          <p:cNvPr id="3" name="Subtitle 2"/>
          <p:cNvSpPr>
            <a:spLocks noGrp="1"/>
          </p:cNvSpPr>
          <p:nvPr>
            <p:ph type="subTitle" idx="1"/>
          </p:nvPr>
        </p:nvSpPr>
        <p:spPr>
          <a:xfrm>
            <a:off x="1200150" y="3842174"/>
            <a:ext cx="7200900" cy="1766146"/>
          </a:xfrm>
        </p:spPr>
        <p:txBody>
          <a:bodyPr/>
          <a:lstStyle>
            <a:lvl1pPr marL="0" indent="0" algn="ctr">
              <a:buNone/>
              <a:defRPr sz="2520"/>
            </a:lvl1pPr>
            <a:lvl2pPr marL="480060" indent="0" algn="ctr">
              <a:buNone/>
              <a:defRPr sz="2100"/>
            </a:lvl2pPr>
            <a:lvl3pPr marL="960120" indent="0" algn="ctr">
              <a:buNone/>
              <a:defRPr sz="1890"/>
            </a:lvl3pPr>
            <a:lvl4pPr marL="1440180" indent="0" algn="ctr">
              <a:buNone/>
              <a:defRPr sz="1680"/>
            </a:lvl4pPr>
            <a:lvl5pPr marL="1920240" indent="0" algn="ctr">
              <a:buNone/>
              <a:defRPr sz="1680"/>
            </a:lvl5pPr>
            <a:lvl6pPr marL="2400300" indent="0" algn="ctr">
              <a:buNone/>
              <a:defRPr sz="1680"/>
            </a:lvl6pPr>
            <a:lvl7pPr marL="2880360" indent="0" algn="ctr">
              <a:buNone/>
              <a:defRPr sz="1680"/>
            </a:lvl7pPr>
            <a:lvl8pPr marL="3360420" indent="0" algn="ctr">
              <a:buNone/>
              <a:defRPr sz="1680"/>
            </a:lvl8pPr>
            <a:lvl9pPr marL="3840480" indent="0" algn="ctr">
              <a:buNone/>
              <a:defRPr sz="1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266D1CA-20C6-4DD1-95D4-E23DA0603FBC}" type="datetime1">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760CF6-B357-4382-8813-9BCD7C1E2176}" type="slidenum">
              <a:rPr lang="en-US" smtClean="0"/>
              <a:t>‹#›</a:t>
            </a:fld>
            <a:endParaRPr lang="en-US"/>
          </a:p>
        </p:txBody>
      </p:sp>
    </p:spTree>
    <p:extLst>
      <p:ext uri="{BB962C8B-B14F-4D97-AF65-F5344CB8AC3E}">
        <p14:creationId xmlns:p14="http://schemas.microsoft.com/office/powerpoint/2010/main" val="2168603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CEABAB-39EB-4CEA-8CA4-6501F08D245C}" type="datetime1">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760CF6-B357-4382-8813-9BCD7C1E2176}" type="slidenum">
              <a:rPr lang="en-US" smtClean="0"/>
              <a:t>‹#›</a:t>
            </a:fld>
            <a:endParaRPr lang="en-US"/>
          </a:p>
        </p:txBody>
      </p:sp>
    </p:spTree>
    <p:extLst>
      <p:ext uri="{BB962C8B-B14F-4D97-AF65-F5344CB8AC3E}">
        <p14:creationId xmlns:p14="http://schemas.microsoft.com/office/powerpoint/2010/main" val="98421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55082" y="1823722"/>
            <a:ext cx="8281035" cy="3042919"/>
          </a:xfrm>
        </p:spPr>
        <p:txBody>
          <a:bodyPr anchor="b"/>
          <a:lstStyle>
            <a:lvl1pPr>
              <a:defRPr sz="6300"/>
            </a:lvl1pPr>
          </a:lstStyle>
          <a:p>
            <a:r>
              <a:rPr lang="en-US"/>
              <a:t>Click to edit Master title style</a:t>
            </a:r>
            <a:endParaRPr lang="en-US" dirty="0"/>
          </a:p>
        </p:txBody>
      </p:sp>
      <p:sp>
        <p:nvSpPr>
          <p:cNvPr id="3" name="Text Placeholder 2"/>
          <p:cNvSpPr>
            <a:spLocks noGrp="1"/>
          </p:cNvSpPr>
          <p:nvPr>
            <p:ph type="body" idx="1"/>
          </p:nvPr>
        </p:nvSpPr>
        <p:spPr>
          <a:xfrm>
            <a:off x="655082" y="4895429"/>
            <a:ext cx="8281035" cy="1600199"/>
          </a:xfrm>
        </p:spPr>
        <p:txBody>
          <a:bodyPr/>
          <a:lstStyle>
            <a:lvl1pPr marL="0" indent="0">
              <a:buNone/>
              <a:defRPr sz="2520">
                <a:solidFill>
                  <a:schemeClr val="tx1">
                    <a:tint val="82000"/>
                  </a:schemeClr>
                </a:solidFill>
              </a:defRPr>
            </a:lvl1pPr>
            <a:lvl2pPr marL="480060" indent="0">
              <a:buNone/>
              <a:defRPr sz="2100">
                <a:solidFill>
                  <a:schemeClr val="tx1">
                    <a:tint val="82000"/>
                  </a:schemeClr>
                </a:solidFill>
              </a:defRPr>
            </a:lvl2pPr>
            <a:lvl3pPr marL="960120" indent="0">
              <a:buNone/>
              <a:defRPr sz="1890">
                <a:solidFill>
                  <a:schemeClr val="tx1">
                    <a:tint val="82000"/>
                  </a:schemeClr>
                </a:solidFill>
              </a:defRPr>
            </a:lvl3pPr>
            <a:lvl4pPr marL="1440180" indent="0">
              <a:buNone/>
              <a:defRPr sz="1680">
                <a:solidFill>
                  <a:schemeClr val="tx1">
                    <a:tint val="82000"/>
                  </a:schemeClr>
                </a:solidFill>
              </a:defRPr>
            </a:lvl4pPr>
            <a:lvl5pPr marL="1920240" indent="0">
              <a:buNone/>
              <a:defRPr sz="1680">
                <a:solidFill>
                  <a:schemeClr val="tx1">
                    <a:tint val="82000"/>
                  </a:schemeClr>
                </a:solidFill>
              </a:defRPr>
            </a:lvl5pPr>
            <a:lvl6pPr marL="2400300" indent="0">
              <a:buNone/>
              <a:defRPr sz="1680">
                <a:solidFill>
                  <a:schemeClr val="tx1">
                    <a:tint val="82000"/>
                  </a:schemeClr>
                </a:solidFill>
              </a:defRPr>
            </a:lvl6pPr>
            <a:lvl7pPr marL="2880360" indent="0">
              <a:buNone/>
              <a:defRPr sz="1680">
                <a:solidFill>
                  <a:schemeClr val="tx1">
                    <a:tint val="82000"/>
                  </a:schemeClr>
                </a:solidFill>
              </a:defRPr>
            </a:lvl7pPr>
            <a:lvl8pPr marL="3360420" indent="0">
              <a:buNone/>
              <a:defRPr sz="1680">
                <a:solidFill>
                  <a:schemeClr val="tx1">
                    <a:tint val="82000"/>
                  </a:schemeClr>
                </a:solidFill>
              </a:defRPr>
            </a:lvl8pPr>
            <a:lvl9pPr marL="3840480" indent="0">
              <a:buNone/>
              <a:defRPr sz="16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8CACC8-39DC-4AF3-B63B-6CCB5AD3A182}" type="datetime1">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760CF6-B357-4382-8813-9BCD7C1E2176}" type="slidenum">
              <a:rPr lang="en-US" smtClean="0"/>
              <a:t>‹#›</a:t>
            </a:fld>
            <a:endParaRPr lang="en-US"/>
          </a:p>
        </p:txBody>
      </p:sp>
    </p:spTree>
    <p:extLst>
      <p:ext uri="{BB962C8B-B14F-4D97-AF65-F5344CB8AC3E}">
        <p14:creationId xmlns:p14="http://schemas.microsoft.com/office/powerpoint/2010/main" val="2892699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60083" y="1947333"/>
            <a:ext cx="4080510" cy="46414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60608" y="1947333"/>
            <a:ext cx="4080510" cy="46414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2148AD-1E05-4A37-B191-5AA30F1B464D}" type="datetime1">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760CF6-B357-4382-8813-9BCD7C1E2176}" type="slidenum">
              <a:rPr lang="en-US" smtClean="0"/>
              <a:t>‹#›</a:t>
            </a:fld>
            <a:endParaRPr lang="en-US"/>
          </a:p>
        </p:txBody>
      </p:sp>
    </p:spTree>
    <p:extLst>
      <p:ext uri="{BB962C8B-B14F-4D97-AF65-F5344CB8AC3E}">
        <p14:creationId xmlns:p14="http://schemas.microsoft.com/office/powerpoint/2010/main" val="1946975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61333" y="389468"/>
            <a:ext cx="8281035" cy="1413934"/>
          </a:xfrm>
        </p:spPr>
        <p:txBody>
          <a:bodyPr/>
          <a:lstStyle/>
          <a:p>
            <a:r>
              <a:rPr lang="en-US"/>
              <a:t>Click to edit Master title style</a:t>
            </a:r>
            <a:endParaRPr lang="en-US" dirty="0"/>
          </a:p>
        </p:txBody>
      </p:sp>
      <p:sp>
        <p:nvSpPr>
          <p:cNvPr id="3" name="Text Placeholder 2"/>
          <p:cNvSpPr>
            <a:spLocks noGrp="1"/>
          </p:cNvSpPr>
          <p:nvPr>
            <p:ph type="body" idx="1"/>
          </p:nvPr>
        </p:nvSpPr>
        <p:spPr>
          <a:xfrm>
            <a:off x="661334" y="1793241"/>
            <a:ext cx="4061757" cy="87883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en-US"/>
              <a:t>Click to edit Master text styles</a:t>
            </a:r>
          </a:p>
        </p:txBody>
      </p:sp>
      <p:sp>
        <p:nvSpPr>
          <p:cNvPr id="4" name="Content Placeholder 3"/>
          <p:cNvSpPr>
            <a:spLocks noGrp="1"/>
          </p:cNvSpPr>
          <p:nvPr>
            <p:ph sz="half" idx="2"/>
          </p:nvPr>
        </p:nvSpPr>
        <p:spPr>
          <a:xfrm>
            <a:off x="661334" y="2672080"/>
            <a:ext cx="4061757" cy="39302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0608" y="1793241"/>
            <a:ext cx="4081761" cy="87883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en-US"/>
              <a:t>Click to edit Master text styles</a:t>
            </a:r>
          </a:p>
        </p:txBody>
      </p:sp>
      <p:sp>
        <p:nvSpPr>
          <p:cNvPr id="6" name="Content Placeholder 5"/>
          <p:cNvSpPr>
            <a:spLocks noGrp="1"/>
          </p:cNvSpPr>
          <p:nvPr>
            <p:ph sz="quarter" idx="4"/>
          </p:nvPr>
        </p:nvSpPr>
        <p:spPr>
          <a:xfrm>
            <a:off x="4860608" y="2672080"/>
            <a:ext cx="4081761" cy="39302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3F2F6C8-6AAF-49A3-8DE9-94FD203C23DB}" type="datetime1">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760CF6-B357-4382-8813-9BCD7C1E2176}" type="slidenum">
              <a:rPr lang="en-US" smtClean="0"/>
              <a:t>‹#›</a:t>
            </a:fld>
            <a:endParaRPr lang="en-US"/>
          </a:p>
        </p:txBody>
      </p:sp>
    </p:spTree>
    <p:extLst>
      <p:ext uri="{BB962C8B-B14F-4D97-AF65-F5344CB8AC3E}">
        <p14:creationId xmlns:p14="http://schemas.microsoft.com/office/powerpoint/2010/main" val="924224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BF80ED2-5030-49D3-B363-265C5BB18DA0}" type="datetime1">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760CF6-B357-4382-8813-9BCD7C1E2176}" type="slidenum">
              <a:rPr lang="en-US" smtClean="0"/>
              <a:t>‹#›</a:t>
            </a:fld>
            <a:endParaRPr lang="en-US"/>
          </a:p>
        </p:txBody>
      </p:sp>
    </p:spTree>
    <p:extLst>
      <p:ext uri="{BB962C8B-B14F-4D97-AF65-F5344CB8AC3E}">
        <p14:creationId xmlns:p14="http://schemas.microsoft.com/office/powerpoint/2010/main" val="3891865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CA53FB-4DD8-4DD7-B935-0840B03316ED}" type="datetime1">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D760CF6-B357-4382-8813-9BCD7C1E2176}" type="slidenum">
              <a:rPr lang="en-US" smtClean="0"/>
              <a:t>‹#›</a:t>
            </a:fld>
            <a:endParaRPr lang="en-US"/>
          </a:p>
        </p:txBody>
      </p:sp>
    </p:spTree>
    <p:extLst>
      <p:ext uri="{BB962C8B-B14F-4D97-AF65-F5344CB8AC3E}">
        <p14:creationId xmlns:p14="http://schemas.microsoft.com/office/powerpoint/2010/main" val="3709289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1333" y="487680"/>
            <a:ext cx="3096637" cy="1706880"/>
          </a:xfrm>
        </p:spPr>
        <p:txBody>
          <a:bodyPr anchor="b"/>
          <a:lstStyle>
            <a:lvl1pPr>
              <a:defRPr sz="3360"/>
            </a:lvl1pPr>
          </a:lstStyle>
          <a:p>
            <a:r>
              <a:rPr lang="en-US"/>
              <a:t>Click to edit Master title style</a:t>
            </a:r>
            <a:endParaRPr lang="en-US" dirty="0"/>
          </a:p>
        </p:txBody>
      </p:sp>
      <p:sp>
        <p:nvSpPr>
          <p:cNvPr id="3" name="Content Placeholder 2"/>
          <p:cNvSpPr>
            <a:spLocks noGrp="1"/>
          </p:cNvSpPr>
          <p:nvPr>
            <p:ph idx="1"/>
          </p:nvPr>
        </p:nvSpPr>
        <p:spPr>
          <a:xfrm>
            <a:off x="4081760" y="1053255"/>
            <a:ext cx="4860608" cy="5198533"/>
          </a:xfrm>
        </p:spPr>
        <p:txBody>
          <a:bodyPr/>
          <a:lstStyle>
            <a:lvl1pPr>
              <a:defRPr sz="3360"/>
            </a:lvl1pPr>
            <a:lvl2pPr>
              <a:defRPr sz="2940"/>
            </a:lvl2pPr>
            <a:lvl3pPr>
              <a:defRPr sz="252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61333" y="2194560"/>
            <a:ext cx="3096637" cy="406569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en-US"/>
              <a:t>Click to edit Master text styles</a:t>
            </a:r>
          </a:p>
        </p:txBody>
      </p:sp>
      <p:sp>
        <p:nvSpPr>
          <p:cNvPr id="5" name="Date Placeholder 4"/>
          <p:cNvSpPr>
            <a:spLocks noGrp="1"/>
          </p:cNvSpPr>
          <p:nvPr>
            <p:ph type="dt" sz="half" idx="10"/>
          </p:nvPr>
        </p:nvSpPr>
        <p:spPr/>
        <p:txBody>
          <a:bodyPr/>
          <a:lstStyle/>
          <a:p>
            <a:fld id="{5AD4DA7F-F34D-425C-B5FA-1AB9A9BD0BA3}" type="datetime1">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760CF6-B357-4382-8813-9BCD7C1E2176}" type="slidenum">
              <a:rPr lang="en-US" smtClean="0"/>
              <a:t>‹#›</a:t>
            </a:fld>
            <a:endParaRPr lang="en-US"/>
          </a:p>
        </p:txBody>
      </p:sp>
    </p:spTree>
    <p:extLst>
      <p:ext uri="{BB962C8B-B14F-4D97-AF65-F5344CB8AC3E}">
        <p14:creationId xmlns:p14="http://schemas.microsoft.com/office/powerpoint/2010/main" val="6695657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1333" y="487680"/>
            <a:ext cx="3096637" cy="1706880"/>
          </a:xfrm>
        </p:spPr>
        <p:txBody>
          <a:bodyPr anchor="b"/>
          <a:lstStyle>
            <a:lvl1pPr>
              <a:defRPr sz="3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4081760" y="1053255"/>
            <a:ext cx="4860608" cy="5198533"/>
          </a:xfrm>
        </p:spPr>
        <p:txBody>
          <a:bodyPr anchor="t"/>
          <a:lstStyle>
            <a:lvl1pPr marL="0" indent="0">
              <a:buNone/>
              <a:defRPr sz="3360"/>
            </a:lvl1pPr>
            <a:lvl2pPr marL="480060" indent="0">
              <a:buNone/>
              <a:defRPr sz="2940"/>
            </a:lvl2pPr>
            <a:lvl3pPr marL="960120" indent="0">
              <a:buNone/>
              <a:defRPr sz="2520"/>
            </a:lvl3pPr>
            <a:lvl4pPr marL="1440180" indent="0">
              <a:buNone/>
              <a:defRPr sz="2100"/>
            </a:lvl4pPr>
            <a:lvl5pPr marL="1920240" indent="0">
              <a:buNone/>
              <a:defRPr sz="2100"/>
            </a:lvl5pPr>
            <a:lvl6pPr marL="2400300" indent="0">
              <a:buNone/>
              <a:defRPr sz="2100"/>
            </a:lvl6pPr>
            <a:lvl7pPr marL="2880360" indent="0">
              <a:buNone/>
              <a:defRPr sz="2100"/>
            </a:lvl7pPr>
            <a:lvl8pPr marL="3360420" indent="0">
              <a:buNone/>
              <a:defRPr sz="2100"/>
            </a:lvl8pPr>
            <a:lvl9pPr marL="3840480" indent="0">
              <a:buNone/>
              <a:defRPr sz="2100"/>
            </a:lvl9pPr>
          </a:lstStyle>
          <a:p>
            <a:r>
              <a:rPr lang="en-US"/>
              <a:t>Click icon to add picture</a:t>
            </a:r>
            <a:endParaRPr lang="en-US" dirty="0"/>
          </a:p>
        </p:txBody>
      </p:sp>
      <p:sp>
        <p:nvSpPr>
          <p:cNvPr id="4" name="Text Placeholder 3"/>
          <p:cNvSpPr>
            <a:spLocks noGrp="1"/>
          </p:cNvSpPr>
          <p:nvPr>
            <p:ph type="body" sz="half" idx="2"/>
          </p:nvPr>
        </p:nvSpPr>
        <p:spPr>
          <a:xfrm>
            <a:off x="661333" y="2194560"/>
            <a:ext cx="3096637" cy="406569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en-US"/>
              <a:t>Click to edit Master text styles</a:t>
            </a:r>
          </a:p>
        </p:txBody>
      </p:sp>
      <p:sp>
        <p:nvSpPr>
          <p:cNvPr id="5" name="Date Placeholder 4"/>
          <p:cNvSpPr>
            <a:spLocks noGrp="1"/>
          </p:cNvSpPr>
          <p:nvPr>
            <p:ph type="dt" sz="half" idx="10"/>
          </p:nvPr>
        </p:nvSpPr>
        <p:spPr/>
        <p:txBody>
          <a:bodyPr/>
          <a:lstStyle/>
          <a:p>
            <a:fld id="{8FD68165-1926-450E-BD98-534C7A3C4831}" type="datetime1">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760CF6-B357-4382-8813-9BCD7C1E2176}" type="slidenum">
              <a:rPr lang="en-US" smtClean="0"/>
              <a:t>‹#›</a:t>
            </a:fld>
            <a:endParaRPr lang="en-US"/>
          </a:p>
        </p:txBody>
      </p:sp>
    </p:spTree>
    <p:extLst>
      <p:ext uri="{BB962C8B-B14F-4D97-AF65-F5344CB8AC3E}">
        <p14:creationId xmlns:p14="http://schemas.microsoft.com/office/powerpoint/2010/main" val="1495600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B0F703-9BDD-4B04-B663-6CE35184773B}" type="datetime1">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760CF6-B357-4382-8813-9BCD7C1E2176}" type="slidenum">
              <a:rPr lang="en-US" smtClean="0"/>
              <a:t>‹#›</a:t>
            </a:fld>
            <a:endParaRPr lang="en-US"/>
          </a:p>
        </p:txBody>
      </p:sp>
    </p:spTree>
    <p:extLst>
      <p:ext uri="{BB962C8B-B14F-4D97-AF65-F5344CB8AC3E}">
        <p14:creationId xmlns:p14="http://schemas.microsoft.com/office/powerpoint/2010/main" val="2486923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0859" y="389467"/>
            <a:ext cx="2070259" cy="619929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60083" y="389467"/>
            <a:ext cx="6090761" cy="619929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9C30AD-8645-4A15-AC99-0566E2AD4034}" type="datetime1">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760CF6-B357-4382-8813-9BCD7C1E2176}" type="slidenum">
              <a:rPr lang="en-US" smtClean="0"/>
              <a:t>‹#›</a:t>
            </a:fld>
            <a:endParaRPr lang="en-US"/>
          </a:p>
        </p:txBody>
      </p:sp>
    </p:spTree>
    <p:extLst>
      <p:ext uri="{BB962C8B-B14F-4D97-AF65-F5344CB8AC3E}">
        <p14:creationId xmlns:p14="http://schemas.microsoft.com/office/powerpoint/2010/main" val="466998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0083" y="389468"/>
            <a:ext cx="8281035" cy="141393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60083" y="1947333"/>
            <a:ext cx="8281035" cy="46414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60083" y="6780108"/>
            <a:ext cx="2160270" cy="389467"/>
          </a:xfrm>
          <a:prstGeom prst="rect">
            <a:avLst/>
          </a:prstGeom>
        </p:spPr>
        <p:txBody>
          <a:bodyPr vert="horz" lIns="91440" tIns="45720" rIns="91440" bIns="45720" rtlCol="0" anchor="ctr"/>
          <a:lstStyle>
            <a:lvl1pPr algn="l">
              <a:defRPr sz="1260">
                <a:solidFill>
                  <a:schemeClr val="tx1">
                    <a:tint val="82000"/>
                  </a:schemeClr>
                </a:solidFill>
              </a:defRPr>
            </a:lvl1pPr>
          </a:lstStyle>
          <a:p>
            <a:fld id="{F376FAB2-6A92-40B5-ACF6-BFD4648A0C40}" type="datetime1">
              <a:rPr lang="en-US" smtClean="0"/>
              <a:t>10/1/2026</a:t>
            </a:fld>
            <a:endParaRPr lang="en-US"/>
          </a:p>
        </p:txBody>
      </p:sp>
      <p:sp>
        <p:nvSpPr>
          <p:cNvPr id="5" name="Footer Placeholder 4"/>
          <p:cNvSpPr>
            <a:spLocks noGrp="1"/>
          </p:cNvSpPr>
          <p:nvPr>
            <p:ph type="ftr" sz="quarter" idx="3"/>
          </p:nvPr>
        </p:nvSpPr>
        <p:spPr>
          <a:xfrm>
            <a:off x="3180398" y="6780108"/>
            <a:ext cx="3240405" cy="389467"/>
          </a:xfrm>
          <a:prstGeom prst="rect">
            <a:avLst/>
          </a:prstGeom>
        </p:spPr>
        <p:txBody>
          <a:bodyPr vert="horz" lIns="91440" tIns="45720" rIns="91440" bIns="45720" rtlCol="0" anchor="ctr"/>
          <a:lstStyle>
            <a:lvl1pPr algn="ctr">
              <a:defRPr sz="126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780848" y="6780108"/>
            <a:ext cx="2160270" cy="389467"/>
          </a:xfrm>
          <a:prstGeom prst="rect">
            <a:avLst/>
          </a:prstGeom>
        </p:spPr>
        <p:txBody>
          <a:bodyPr vert="horz" lIns="91440" tIns="45720" rIns="91440" bIns="45720" rtlCol="0" anchor="ctr"/>
          <a:lstStyle>
            <a:lvl1pPr algn="r">
              <a:defRPr sz="1260">
                <a:solidFill>
                  <a:schemeClr val="tx1">
                    <a:tint val="82000"/>
                  </a:schemeClr>
                </a:solidFill>
              </a:defRPr>
            </a:lvl1pPr>
          </a:lstStyle>
          <a:p>
            <a:fld id="{1D760CF6-B357-4382-8813-9BCD7C1E2176}" type="slidenum">
              <a:rPr lang="en-US" smtClean="0"/>
              <a:t>‹#›</a:t>
            </a:fld>
            <a:endParaRPr lang="en-US"/>
          </a:p>
        </p:txBody>
      </p:sp>
    </p:spTree>
    <p:extLst>
      <p:ext uri="{BB962C8B-B14F-4D97-AF65-F5344CB8AC3E}">
        <p14:creationId xmlns:p14="http://schemas.microsoft.com/office/powerpoint/2010/main" val="16203596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60120" rtl="0" eaLnBrk="1" latinLnBrk="0" hangingPunct="1">
        <a:lnSpc>
          <a:spcPct val="90000"/>
        </a:lnSpc>
        <a:spcBef>
          <a:spcPct val="0"/>
        </a:spcBef>
        <a:buNone/>
        <a:defRPr sz="4620" kern="1200">
          <a:solidFill>
            <a:schemeClr val="tx1"/>
          </a:solidFill>
          <a:latin typeface="+mj-lt"/>
          <a:ea typeface="+mj-ea"/>
          <a:cs typeface="+mj-cs"/>
        </a:defRPr>
      </a:lvl1pPr>
    </p:titleStyle>
    <p:bodyStyle>
      <a:lvl1pPr marL="240030" indent="-240030" algn="l" defTabSz="960120" rtl="0" eaLnBrk="1" latinLnBrk="0" hangingPunct="1">
        <a:lnSpc>
          <a:spcPct val="90000"/>
        </a:lnSpc>
        <a:spcBef>
          <a:spcPts val="1050"/>
        </a:spcBef>
        <a:buFont typeface="Arial" panose="020B0604020202020204" pitchFamily="34" charset="0"/>
        <a:buChar char="•"/>
        <a:defRPr sz="2940" kern="1200">
          <a:solidFill>
            <a:schemeClr val="tx1"/>
          </a:solidFill>
          <a:latin typeface="+mn-lt"/>
          <a:ea typeface="+mn-ea"/>
          <a:cs typeface="+mn-cs"/>
        </a:defRPr>
      </a:lvl1pPr>
      <a:lvl2pPr marL="720090" indent="-240030" algn="l" defTabSz="960120" rtl="0" eaLnBrk="1" latinLnBrk="0" hangingPunct="1">
        <a:lnSpc>
          <a:spcPct val="90000"/>
        </a:lnSpc>
        <a:spcBef>
          <a:spcPts val="525"/>
        </a:spcBef>
        <a:buFont typeface="Arial" panose="020B0604020202020204" pitchFamily="34" charset="0"/>
        <a:buChar char="•"/>
        <a:defRPr sz="2520" kern="1200">
          <a:solidFill>
            <a:schemeClr val="tx1"/>
          </a:solidFill>
          <a:latin typeface="+mn-lt"/>
          <a:ea typeface="+mn-ea"/>
          <a:cs typeface="+mn-cs"/>
        </a:defRPr>
      </a:lvl2pPr>
      <a:lvl3pPr marL="1200150" indent="-240030" algn="l" defTabSz="960120" rtl="0" eaLnBrk="1" latinLnBrk="0" hangingPunct="1">
        <a:lnSpc>
          <a:spcPct val="90000"/>
        </a:lnSpc>
        <a:spcBef>
          <a:spcPts val="525"/>
        </a:spcBef>
        <a:buFont typeface="Arial" panose="020B0604020202020204" pitchFamily="34" charset="0"/>
        <a:buChar char="•"/>
        <a:defRPr sz="2100" kern="1200">
          <a:solidFill>
            <a:schemeClr val="tx1"/>
          </a:solidFill>
          <a:latin typeface="+mn-lt"/>
          <a:ea typeface="+mn-ea"/>
          <a:cs typeface="+mn-cs"/>
        </a:defRPr>
      </a:lvl3pPr>
      <a:lvl4pPr marL="16802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4pPr>
      <a:lvl5pPr marL="216027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5pPr>
      <a:lvl6pPr marL="264033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6pPr>
      <a:lvl7pPr marL="312039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7pPr>
      <a:lvl8pPr marL="360045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8pPr>
      <a:lvl9pPr marL="40805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9pPr>
    </p:bodyStyle>
    <p:otherStyle>
      <a:defPPr>
        <a:defRPr lang="en-US"/>
      </a:defPPr>
      <a:lvl1pPr marL="0" algn="l" defTabSz="960120" rtl="0" eaLnBrk="1" latinLnBrk="0" hangingPunct="1">
        <a:defRPr sz="1890" kern="1200">
          <a:solidFill>
            <a:schemeClr val="tx1"/>
          </a:solidFill>
          <a:latin typeface="+mn-lt"/>
          <a:ea typeface="+mn-ea"/>
          <a:cs typeface="+mn-cs"/>
        </a:defRPr>
      </a:lvl1pPr>
      <a:lvl2pPr marL="480060" algn="l" defTabSz="960120" rtl="0" eaLnBrk="1" latinLnBrk="0" hangingPunct="1">
        <a:defRPr sz="1890" kern="1200">
          <a:solidFill>
            <a:schemeClr val="tx1"/>
          </a:solidFill>
          <a:latin typeface="+mn-lt"/>
          <a:ea typeface="+mn-ea"/>
          <a:cs typeface="+mn-cs"/>
        </a:defRPr>
      </a:lvl2pPr>
      <a:lvl3pPr marL="960120" algn="l" defTabSz="960120" rtl="0" eaLnBrk="1" latinLnBrk="0" hangingPunct="1">
        <a:defRPr sz="1890" kern="1200">
          <a:solidFill>
            <a:schemeClr val="tx1"/>
          </a:solidFill>
          <a:latin typeface="+mn-lt"/>
          <a:ea typeface="+mn-ea"/>
          <a:cs typeface="+mn-cs"/>
        </a:defRPr>
      </a:lvl3pPr>
      <a:lvl4pPr marL="1440180" algn="l" defTabSz="960120" rtl="0" eaLnBrk="1" latinLnBrk="0" hangingPunct="1">
        <a:defRPr sz="1890" kern="1200">
          <a:solidFill>
            <a:schemeClr val="tx1"/>
          </a:solidFill>
          <a:latin typeface="+mn-lt"/>
          <a:ea typeface="+mn-ea"/>
          <a:cs typeface="+mn-cs"/>
        </a:defRPr>
      </a:lvl4pPr>
      <a:lvl5pPr marL="1920240" algn="l" defTabSz="960120" rtl="0" eaLnBrk="1" latinLnBrk="0" hangingPunct="1">
        <a:defRPr sz="1890" kern="1200">
          <a:solidFill>
            <a:schemeClr val="tx1"/>
          </a:solidFill>
          <a:latin typeface="+mn-lt"/>
          <a:ea typeface="+mn-ea"/>
          <a:cs typeface="+mn-cs"/>
        </a:defRPr>
      </a:lvl5pPr>
      <a:lvl6pPr marL="2400300" algn="l" defTabSz="960120" rtl="0" eaLnBrk="1" latinLnBrk="0" hangingPunct="1">
        <a:defRPr sz="1890" kern="1200">
          <a:solidFill>
            <a:schemeClr val="tx1"/>
          </a:solidFill>
          <a:latin typeface="+mn-lt"/>
          <a:ea typeface="+mn-ea"/>
          <a:cs typeface="+mn-cs"/>
        </a:defRPr>
      </a:lvl6pPr>
      <a:lvl7pPr marL="2880360" algn="l" defTabSz="960120" rtl="0" eaLnBrk="1" latinLnBrk="0" hangingPunct="1">
        <a:defRPr sz="1890" kern="1200">
          <a:solidFill>
            <a:schemeClr val="tx1"/>
          </a:solidFill>
          <a:latin typeface="+mn-lt"/>
          <a:ea typeface="+mn-ea"/>
          <a:cs typeface="+mn-cs"/>
        </a:defRPr>
      </a:lvl7pPr>
      <a:lvl8pPr marL="3360420" algn="l" defTabSz="960120" rtl="0" eaLnBrk="1" latinLnBrk="0" hangingPunct="1">
        <a:defRPr sz="1890" kern="1200">
          <a:solidFill>
            <a:schemeClr val="tx1"/>
          </a:solidFill>
          <a:latin typeface="+mn-lt"/>
          <a:ea typeface="+mn-ea"/>
          <a:cs typeface="+mn-cs"/>
        </a:defRPr>
      </a:lvl8pPr>
      <a:lvl9pPr marL="3840480" algn="l" defTabSz="960120" rtl="0" eaLnBrk="1" latinLnBrk="0" hangingPunct="1">
        <a:defRPr sz="189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png"/><Relationship Id="rId7" Type="http://schemas.openxmlformats.org/officeDocument/2006/relationships/customXml" Target="../ink/ink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customXml" Target="../ink/ink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customXml" Target="../ink/ink6.xml"/><Relationship Id="rId3" Type="http://schemas.openxmlformats.org/officeDocument/2006/relationships/image" Target="../media/image12.png"/><Relationship Id="rId7" Type="http://schemas.openxmlformats.org/officeDocument/2006/relationships/image" Target="../media/image8.png"/><Relationship Id="rId12"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customXml" Target="../ink/ink5.xml"/><Relationship Id="rId5" Type="http://schemas.openxmlformats.org/officeDocument/2006/relationships/customXml" Target="../ink/ink3.xml"/><Relationship Id="rId10" Type="http://schemas.openxmlformats.org/officeDocument/2006/relationships/image" Target="../media/image18.png"/><Relationship Id="rId4" Type="http://schemas.openxmlformats.org/officeDocument/2006/relationships/image" Target="../media/image14.png"/><Relationship Id="rId9" Type="http://schemas.openxmlformats.org/officeDocument/2006/relationships/customXml" Target="../ink/ink4.xml"/><Relationship Id="rId14" Type="http://schemas.openxmlformats.org/officeDocument/2006/relationships/image" Target="../media/image20.png"/></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1.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4.png"/><Relationship Id="rId9"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22.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s/_rels/slide13.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 Type="http://schemas.openxmlformats.org/officeDocument/2006/relationships/image" Target="../media/image32.png"/><Relationship Id="rId16" Type="http://schemas.openxmlformats.org/officeDocument/2006/relationships/image" Target="../media/image46.pn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5" Type="http://schemas.openxmlformats.org/officeDocument/2006/relationships/image" Target="../media/image4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s>
</file>

<file path=ppt/slides/_rels/slide14.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9.png"/><Relationship Id="rId3" Type="http://schemas.openxmlformats.org/officeDocument/2006/relationships/image" Target="../media/image49.png"/><Relationship Id="rId7" Type="http://schemas.openxmlformats.org/officeDocument/2006/relationships/image" Target="../media/image53.png"/><Relationship Id="rId12" Type="http://schemas.openxmlformats.org/officeDocument/2006/relationships/image" Target="../media/image58.png"/><Relationship Id="rId17" Type="http://schemas.openxmlformats.org/officeDocument/2006/relationships/image" Target="../media/image63.png"/><Relationship Id="rId2" Type="http://schemas.openxmlformats.org/officeDocument/2006/relationships/image" Target="../media/image48.png"/><Relationship Id="rId16" Type="http://schemas.openxmlformats.org/officeDocument/2006/relationships/image" Target="../media/image62.png"/><Relationship Id="rId1" Type="http://schemas.openxmlformats.org/officeDocument/2006/relationships/slideLayout" Target="../slideLayouts/slideLayout1.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51.png"/><Relationship Id="rId15" Type="http://schemas.openxmlformats.org/officeDocument/2006/relationships/image" Target="../media/image61.pn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png"/><Relationship Id="rId14" Type="http://schemas.openxmlformats.org/officeDocument/2006/relationships/image" Target="../media/image6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69017-4857-0DC8-2FF4-E7BE0899C491}"/>
              </a:ext>
            </a:extLst>
          </p:cNvPr>
          <p:cNvSpPr>
            <a:spLocks noGrp="1"/>
          </p:cNvSpPr>
          <p:nvPr>
            <p:ph type="title"/>
          </p:nvPr>
        </p:nvSpPr>
        <p:spPr/>
        <p:txBody>
          <a:bodyPr/>
          <a:lstStyle/>
          <a:p>
            <a:r>
              <a:rPr lang="en-US" dirty="0">
                <a:solidFill>
                  <a:schemeClr val="bg1"/>
                </a:solidFill>
              </a:rPr>
              <a:t>STOP!</a:t>
            </a:r>
          </a:p>
        </p:txBody>
      </p:sp>
      <p:sp>
        <p:nvSpPr>
          <p:cNvPr id="3" name="TextBox 2">
            <a:extLst>
              <a:ext uri="{FF2B5EF4-FFF2-40B4-BE49-F238E27FC236}">
                <a16:creationId xmlns:a16="http://schemas.microsoft.com/office/drawing/2014/main" id="{1E4EEC88-0810-C0F1-E2B8-316CE448A50A}"/>
              </a:ext>
            </a:extLst>
          </p:cNvPr>
          <p:cNvSpPr txBox="1"/>
          <p:nvPr/>
        </p:nvSpPr>
        <p:spPr>
          <a:xfrm>
            <a:off x="4706506" y="495543"/>
            <a:ext cx="4830734" cy="6555641"/>
          </a:xfrm>
          <a:prstGeom prst="rect">
            <a:avLst/>
          </a:prstGeom>
          <a:noFill/>
        </p:spPr>
        <p:txBody>
          <a:bodyPr wrap="square" rtlCol="0">
            <a:spAutoFit/>
          </a:bodyPr>
          <a:lstStyle/>
          <a:p>
            <a:r>
              <a:rPr lang="en-US" sz="2800" dirty="0"/>
              <a:t>Before you go any further, please go to the File menu and </a:t>
            </a:r>
            <a:r>
              <a:rPr lang="en-US" sz="2800" dirty="0">
                <a:highlight>
                  <a:srgbClr val="FFFF00"/>
                </a:highlight>
              </a:rPr>
              <a:t> SAVE A COPY</a:t>
            </a:r>
          </a:p>
          <a:p>
            <a:endParaRPr lang="en-US" sz="2800" dirty="0"/>
          </a:p>
          <a:p>
            <a:r>
              <a:rPr lang="en-US" sz="2800" dirty="0"/>
              <a:t>Save a copy to YOUR OWN PERSONAL ONE DRIVE OR DEVICE.</a:t>
            </a:r>
          </a:p>
          <a:p>
            <a:endParaRPr lang="en-US" sz="2800" dirty="0"/>
          </a:p>
          <a:p>
            <a:r>
              <a:rPr lang="en-US" sz="2800" dirty="0"/>
              <a:t>Please ONLY edit YOUR COPY.</a:t>
            </a:r>
          </a:p>
          <a:p>
            <a:endParaRPr lang="en-US" sz="2800" dirty="0"/>
          </a:p>
          <a:p>
            <a:r>
              <a:rPr lang="en-US" sz="2800" dirty="0"/>
              <a:t>Do NOT try to edit or modify the original activity.</a:t>
            </a:r>
          </a:p>
          <a:p>
            <a:endParaRPr lang="en-US" sz="2800" dirty="0"/>
          </a:p>
          <a:p>
            <a:r>
              <a:rPr lang="en-US" sz="2800" dirty="0"/>
              <a:t>Thank you.</a:t>
            </a:r>
          </a:p>
          <a:p>
            <a:endParaRPr lang="en-US" sz="2800" dirty="0"/>
          </a:p>
        </p:txBody>
      </p:sp>
      <p:pic>
        <p:nvPicPr>
          <p:cNvPr id="2050" name="Picture 2">
            <a:extLst>
              <a:ext uri="{FF2B5EF4-FFF2-40B4-BE49-F238E27FC236}">
                <a16:creationId xmlns:a16="http://schemas.microsoft.com/office/drawing/2014/main" id="{4A61F527-2973-0835-AD2D-E9B0CD00A79E}"/>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a:fillRect/>
          </a:stretch>
        </p:blipFill>
        <p:spPr bwMode="auto">
          <a:xfrm>
            <a:off x="181526" y="0"/>
            <a:ext cx="4400693" cy="4978158"/>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4B564C49-8558-7118-B0B8-091E4E2250FF}"/>
              </a:ext>
            </a:extLst>
          </p:cNvPr>
          <p:cNvSpPr>
            <a:spLocks noGrp="1"/>
          </p:cNvSpPr>
          <p:nvPr>
            <p:ph type="sldNum" sz="quarter" idx="12"/>
          </p:nvPr>
        </p:nvSpPr>
        <p:spPr/>
        <p:txBody>
          <a:bodyPr/>
          <a:lstStyle/>
          <a:p>
            <a:fld id="{1D760CF6-B357-4382-8813-9BCD7C1E2176}" type="slidenum">
              <a:rPr lang="en-US" smtClean="0"/>
              <a:t>1</a:t>
            </a:fld>
            <a:endParaRPr lang="en-US"/>
          </a:p>
        </p:txBody>
      </p:sp>
    </p:spTree>
    <p:extLst>
      <p:ext uri="{BB962C8B-B14F-4D97-AF65-F5344CB8AC3E}">
        <p14:creationId xmlns:p14="http://schemas.microsoft.com/office/powerpoint/2010/main" val="1691096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F0C6E-6D8B-58FB-2B6A-89C0A70F0CA3}"/>
              </a:ext>
            </a:extLst>
          </p:cNvPr>
          <p:cNvSpPr>
            <a:spLocks noGrp="1"/>
          </p:cNvSpPr>
          <p:nvPr>
            <p:ph type="ctrTitle"/>
          </p:nvPr>
        </p:nvSpPr>
        <p:spPr>
          <a:xfrm>
            <a:off x="599257" y="478551"/>
            <a:ext cx="4387487" cy="3768929"/>
          </a:xfrm>
        </p:spPr>
        <p:txBody>
          <a:bodyPr>
            <a:normAutofit/>
          </a:bodyPr>
          <a:lstStyle/>
          <a:p>
            <a:pPr algn="l"/>
            <a:r>
              <a:rPr lang="en-US" sz="6600" b="1" dirty="0"/>
              <a:t>Classes</a:t>
            </a:r>
            <a:r>
              <a:rPr lang="en-US" sz="6600" dirty="0"/>
              <a:t> and </a:t>
            </a:r>
            <a:br>
              <a:rPr lang="en-US" sz="6600" dirty="0"/>
            </a:br>
            <a:r>
              <a:rPr lang="en-US" sz="6600" b="1" dirty="0"/>
              <a:t>Object Properties</a:t>
            </a:r>
            <a:endParaRPr lang="en-US" sz="6600" dirty="0"/>
          </a:p>
        </p:txBody>
      </p:sp>
      <p:sp>
        <p:nvSpPr>
          <p:cNvPr id="3" name="Subtitle 2">
            <a:extLst>
              <a:ext uri="{FF2B5EF4-FFF2-40B4-BE49-F238E27FC236}">
                <a16:creationId xmlns:a16="http://schemas.microsoft.com/office/drawing/2014/main" id="{C395D1EF-B6EE-ABC2-4A37-A3D07FCECCF8}"/>
              </a:ext>
            </a:extLst>
          </p:cNvPr>
          <p:cNvSpPr>
            <a:spLocks noGrp="1"/>
          </p:cNvSpPr>
          <p:nvPr>
            <p:ph type="subTitle" idx="1"/>
          </p:nvPr>
        </p:nvSpPr>
        <p:spPr>
          <a:xfrm>
            <a:off x="599257" y="4417638"/>
            <a:ext cx="8589348" cy="1353940"/>
          </a:xfrm>
        </p:spPr>
        <p:txBody>
          <a:bodyPr>
            <a:normAutofit/>
          </a:bodyPr>
          <a:lstStyle/>
          <a:p>
            <a:pPr algn="l"/>
            <a:r>
              <a:rPr lang="en-US" sz="2000" dirty="0"/>
              <a:t>This activity is designed to provide business analysts and others who are learning about the CEDS Ontology a visual way to explore how object properties are used to link classes to other classes and/or concept schemes.</a:t>
            </a:r>
          </a:p>
          <a:p>
            <a:pPr algn="l"/>
            <a:r>
              <a:rPr lang="en-US" sz="2000" i="1" dirty="0"/>
              <a:t>Slides 3-11 provide instructions for the activity that follows.</a:t>
            </a:r>
          </a:p>
        </p:txBody>
      </p:sp>
      <p:pic>
        <p:nvPicPr>
          <p:cNvPr id="4" name="Picture 3" descr="Visual illustrating that object properties point from one class to another.">
            <a:extLst>
              <a:ext uri="{FF2B5EF4-FFF2-40B4-BE49-F238E27FC236}">
                <a16:creationId xmlns:a16="http://schemas.microsoft.com/office/drawing/2014/main" id="{78946D2B-3B08-BFAC-17AD-239F1C5877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6425" y="679269"/>
            <a:ext cx="3693436" cy="3394702"/>
          </a:xfrm>
          <a:prstGeom prst="rect">
            <a:avLst/>
          </a:prstGeom>
        </p:spPr>
      </p:pic>
      <p:sp>
        <p:nvSpPr>
          <p:cNvPr id="5" name="TextBox 4">
            <a:extLst>
              <a:ext uri="{FF2B5EF4-FFF2-40B4-BE49-F238E27FC236}">
                <a16:creationId xmlns:a16="http://schemas.microsoft.com/office/drawing/2014/main" id="{318EF7EC-E1BF-6AFB-CC57-4A8767BBAC3A}"/>
              </a:ext>
            </a:extLst>
          </p:cNvPr>
          <p:cNvSpPr txBox="1"/>
          <p:nvPr/>
        </p:nvSpPr>
        <p:spPr>
          <a:xfrm>
            <a:off x="599256" y="6432043"/>
            <a:ext cx="4201343" cy="369332"/>
          </a:xfrm>
          <a:prstGeom prst="rect">
            <a:avLst/>
          </a:prstGeom>
          <a:noFill/>
        </p:spPr>
        <p:txBody>
          <a:bodyPr wrap="square" lIns="91440" tIns="45720" rIns="91440" bIns="45720" rtlCol="0" anchor="t">
            <a:spAutoFit/>
          </a:bodyPr>
          <a:lstStyle/>
          <a:p>
            <a:r>
              <a:rPr lang="en-US" dirty="0"/>
              <a:t>Last updated 2026/09/14 </a:t>
            </a:r>
          </a:p>
        </p:txBody>
      </p:sp>
      <p:pic>
        <p:nvPicPr>
          <p:cNvPr id="9" name="Picture 8" descr="Logo for Michigan's Center for Educational Performance and Information.">
            <a:extLst>
              <a:ext uri="{FF2B5EF4-FFF2-40B4-BE49-F238E27FC236}">
                <a16:creationId xmlns:a16="http://schemas.microsoft.com/office/drawing/2014/main" id="{D6D2C4C8-7B30-423E-DDB4-D62057EBDE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3632" y="6014510"/>
            <a:ext cx="1488311" cy="790293"/>
          </a:xfrm>
          <a:prstGeom prst="rect">
            <a:avLst/>
          </a:prstGeom>
        </p:spPr>
      </p:pic>
      <p:sp>
        <p:nvSpPr>
          <p:cNvPr id="6" name="Slide Number Placeholder 5">
            <a:extLst>
              <a:ext uri="{FF2B5EF4-FFF2-40B4-BE49-F238E27FC236}">
                <a16:creationId xmlns:a16="http://schemas.microsoft.com/office/drawing/2014/main" id="{B1C4F65C-D0D7-7A09-91B9-577987FEE23D}"/>
              </a:ext>
            </a:extLst>
          </p:cNvPr>
          <p:cNvSpPr>
            <a:spLocks noGrp="1"/>
          </p:cNvSpPr>
          <p:nvPr>
            <p:ph type="sldNum" sz="quarter" idx="12"/>
          </p:nvPr>
        </p:nvSpPr>
        <p:spPr/>
        <p:txBody>
          <a:bodyPr/>
          <a:lstStyle/>
          <a:p>
            <a:fld id="{1D760CF6-B357-4382-8813-9BCD7C1E2176}" type="slidenum">
              <a:rPr lang="en-US" smtClean="0"/>
              <a:t>2</a:t>
            </a:fld>
            <a:endParaRPr lang="en-US"/>
          </a:p>
        </p:txBody>
      </p:sp>
    </p:spTree>
    <p:extLst>
      <p:ext uri="{BB962C8B-B14F-4D97-AF65-F5344CB8AC3E}">
        <p14:creationId xmlns:p14="http://schemas.microsoft.com/office/powerpoint/2010/main" val="1820975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44C3A-AE3D-42A4-CB0B-42C4FAE06D8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4BA42B4E-47E5-9BDA-ED38-A840929A64A1}"/>
              </a:ext>
            </a:extLst>
          </p:cNvPr>
          <p:cNvSpPr>
            <a:spLocks noGrp="1"/>
          </p:cNvSpPr>
          <p:nvPr>
            <p:ph type="title"/>
          </p:nvPr>
        </p:nvSpPr>
        <p:spPr>
          <a:xfrm>
            <a:off x="406756" y="446674"/>
            <a:ext cx="9042316" cy="977178"/>
          </a:xfrm>
        </p:spPr>
        <p:txBody>
          <a:bodyPr>
            <a:normAutofit/>
          </a:bodyPr>
          <a:lstStyle/>
          <a:p>
            <a:r>
              <a:rPr lang="en-US" sz="2800" b="1" dirty="0"/>
              <a:t>Activity Prerequisite:</a:t>
            </a:r>
            <a:br>
              <a:rPr lang="en-US" sz="2800" b="1" dirty="0"/>
            </a:br>
            <a:r>
              <a:rPr lang="en-US" sz="2800" b="1" dirty="0"/>
              <a:t>Can you move, resize, and rotate shapes in PowerPoint?</a:t>
            </a:r>
            <a:endParaRPr lang="en-US" sz="4800" b="1" dirty="0"/>
          </a:p>
        </p:txBody>
      </p:sp>
      <p:sp>
        <p:nvSpPr>
          <p:cNvPr id="2" name="TextBox 1">
            <a:extLst>
              <a:ext uri="{FF2B5EF4-FFF2-40B4-BE49-F238E27FC236}">
                <a16:creationId xmlns:a16="http://schemas.microsoft.com/office/drawing/2014/main" id="{C9827746-E836-0E27-9833-BE9DA03A3221}"/>
              </a:ext>
            </a:extLst>
          </p:cNvPr>
          <p:cNvSpPr txBox="1"/>
          <p:nvPr/>
        </p:nvSpPr>
        <p:spPr>
          <a:xfrm>
            <a:off x="406756" y="1537917"/>
            <a:ext cx="4680049" cy="1200329"/>
          </a:xfrm>
          <a:prstGeom prst="rect">
            <a:avLst/>
          </a:prstGeom>
          <a:noFill/>
        </p:spPr>
        <p:txBody>
          <a:bodyPr wrap="square">
            <a:spAutoFit/>
          </a:bodyPr>
          <a:lstStyle/>
          <a:p>
            <a:r>
              <a:rPr lang="en-US" dirty="0"/>
              <a:t>If you click a shape and </a:t>
            </a:r>
            <a:r>
              <a:rPr lang="en-US" b="1" dirty="0"/>
              <a:t>hold</a:t>
            </a:r>
            <a:r>
              <a:rPr lang="en-US" dirty="0"/>
              <a:t>, the four arrows icon indicates you can drag the shape to a new location on the slide.</a:t>
            </a:r>
          </a:p>
          <a:p>
            <a:endParaRPr lang="en-US" dirty="0"/>
          </a:p>
        </p:txBody>
      </p:sp>
      <p:sp>
        <p:nvSpPr>
          <p:cNvPr id="34" name="TextBox 33">
            <a:extLst>
              <a:ext uri="{FF2B5EF4-FFF2-40B4-BE49-F238E27FC236}">
                <a16:creationId xmlns:a16="http://schemas.microsoft.com/office/drawing/2014/main" id="{103CD701-7AF6-3CB7-4420-18F00F16A88F}"/>
              </a:ext>
            </a:extLst>
          </p:cNvPr>
          <p:cNvSpPr txBox="1"/>
          <p:nvPr/>
        </p:nvSpPr>
        <p:spPr>
          <a:xfrm>
            <a:off x="406757" y="2734270"/>
            <a:ext cx="5553056" cy="1200329"/>
          </a:xfrm>
          <a:prstGeom prst="rect">
            <a:avLst/>
          </a:prstGeom>
          <a:noFill/>
        </p:spPr>
        <p:txBody>
          <a:bodyPr wrap="square">
            <a:spAutoFit/>
          </a:bodyPr>
          <a:lstStyle/>
          <a:p>
            <a:r>
              <a:rPr lang="en-US" dirty="0"/>
              <a:t>If you click on a shape and </a:t>
            </a:r>
            <a:r>
              <a:rPr lang="en-US" b="1" dirty="0"/>
              <a:t>then let go</a:t>
            </a:r>
            <a:r>
              <a:rPr lang="en-US" dirty="0"/>
              <a:t>, you’ll see icons indicating how to resize it or rotate it.  This is useful if you need to zoom in to read the codes or shrink a shape to make it fit on the slide. </a:t>
            </a:r>
          </a:p>
        </p:txBody>
      </p:sp>
      <p:grpSp>
        <p:nvGrpSpPr>
          <p:cNvPr id="3" name="Group 2" descr="The circle-arrow icon can be clicked and dragged to rotate images.  The dots on the corners of a shape can be clicked and dragged to resize it.">
            <a:extLst>
              <a:ext uri="{FF2B5EF4-FFF2-40B4-BE49-F238E27FC236}">
                <a16:creationId xmlns:a16="http://schemas.microsoft.com/office/drawing/2014/main" id="{A814114F-9F0C-3951-EAAD-6C0033D9217E}"/>
              </a:ext>
            </a:extLst>
          </p:cNvPr>
          <p:cNvGrpSpPr/>
          <p:nvPr/>
        </p:nvGrpSpPr>
        <p:grpSpPr>
          <a:xfrm>
            <a:off x="5835626" y="1649543"/>
            <a:ext cx="2896962" cy="2839683"/>
            <a:chOff x="5835626" y="1649543"/>
            <a:chExt cx="2896962" cy="2839683"/>
          </a:xfrm>
        </p:grpSpPr>
        <p:pic>
          <p:nvPicPr>
            <p:cNvPr id="4" name="Picture 3">
              <a:extLst>
                <a:ext uri="{FF2B5EF4-FFF2-40B4-BE49-F238E27FC236}">
                  <a16:creationId xmlns:a16="http://schemas.microsoft.com/office/drawing/2014/main" id="{1945B163-FA9B-0B0C-E53A-C2C4A8125D4B}"/>
                </a:ext>
              </a:extLst>
            </p:cNvPr>
            <p:cNvPicPr>
              <a:picLocks noChangeAspect="1"/>
            </p:cNvPicPr>
            <p:nvPr/>
          </p:nvPicPr>
          <p:blipFill>
            <a:blip r:embed="rId3"/>
            <a:stretch>
              <a:fillRect/>
            </a:stretch>
          </p:blipFill>
          <p:spPr>
            <a:xfrm>
              <a:off x="5835626" y="2135284"/>
              <a:ext cx="2486327" cy="1799315"/>
            </a:xfrm>
            <a:prstGeom prst="rect">
              <a:avLst/>
            </a:prstGeom>
          </p:spPr>
        </p:pic>
        <p:sp>
          <p:nvSpPr>
            <p:cNvPr id="5" name="TextBox 4">
              <a:extLst>
                <a:ext uri="{FF2B5EF4-FFF2-40B4-BE49-F238E27FC236}">
                  <a16:creationId xmlns:a16="http://schemas.microsoft.com/office/drawing/2014/main" id="{12BE9259-8A20-9374-B0CA-610D2390C3C9}"/>
                </a:ext>
              </a:extLst>
            </p:cNvPr>
            <p:cNvSpPr txBox="1"/>
            <p:nvPr/>
          </p:nvSpPr>
          <p:spPr>
            <a:xfrm>
              <a:off x="7179183" y="1649543"/>
              <a:ext cx="1553405" cy="584775"/>
            </a:xfrm>
            <a:prstGeom prst="rect">
              <a:avLst/>
            </a:prstGeom>
            <a:noFill/>
          </p:spPr>
          <p:txBody>
            <a:bodyPr wrap="square" rtlCol="0">
              <a:spAutoFit/>
            </a:bodyPr>
            <a:lstStyle/>
            <a:p>
              <a:r>
                <a:rPr lang="en-US" sz="1600" i="1" dirty="0">
                  <a:solidFill>
                    <a:srgbClr val="C00000"/>
                  </a:solidFill>
                </a:rPr>
                <a:t>Click and drag to rotate</a:t>
              </a:r>
            </a:p>
          </p:txBody>
        </p:sp>
        <p:cxnSp>
          <p:nvCxnSpPr>
            <p:cNvPr id="11" name="Straight Arrow Connector 10">
              <a:extLst>
                <a:ext uri="{FF2B5EF4-FFF2-40B4-BE49-F238E27FC236}">
                  <a16:creationId xmlns:a16="http://schemas.microsoft.com/office/drawing/2014/main" id="{1D8ED219-017C-FD5B-7999-65F236F91D29}"/>
                </a:ext>
              </a:extLst>
            </p:cNvPr>
            <p:cNvCxnSpPr/>
            <p:nvPr/>
          </p:nvCxnSpPr>
          <p:spPr>
            <a:xfrm flipH="1">
              <a:off x="7258688" y="2255064"/>
              <a:ext cx="529730" cy="181094"/>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947775A1-82F0-839D-F954-47F82CBE1AA8}"/>
                </a:ext>
              </a:extLst>
            </p:cNvPr>
            <p:cNvSpPr txBox="1"/>
            <p:nvPr/>
          </p:nvSpPr>
          <p:spPr>
            <a:xfrm>
              <a:off x="6304899" y="3904451"/>
              <a:ext cx="2335708" cy="584775"/>
            </a:xfrm>
            <a:prstGeom prst="rect">
              <a:avLst/>
            </a:prstGeom>
            <a:noFill/>
          </p:spPr>
          <p:txBody>
            <a:bodyPr wrap="square" rtlCol="0">
              <a:spAutoFit/>
            </a:bodyPr>
            <a:lstStyle/>
            <a:p>
              <a:r>
                <a:rPr lang="en-US" sz="1600" i="1" dirty="0">
                  <a:solidFill>
                    <a:srgbClr val="C00000"/>
                  </a:solidFill>
                </a:rPr>
                <a:t>Click and drag any corner to resize</a:t>
              </a:r>
            </a:p>
          </p:txBody>
        </p:sp>
        <p:cxnSp>
          <p:nvCxnSpPr>
            <p:cNvPr id="13" name="Straight Arrow Connector 12">
              <a:extLst>
                <a:ext uri="{FF2B5EF4-FFF2-40B4-BE49-F238E27FC236}">
                  <a16:creationId xmlns:a16="http://schemas.microsoft.com/office/drawing/2014/main" id="{50CF4DBE-29F5-EAA6-CF97-D5042AF42536}"/>
                </a:ext>
              </a:extLst>
            </p:cNvPr>
            <p:cNvCxnSpPr>
              <a:cxnSpLocks/>
            </p:cNvCxnSpPr>
            <p:nvPr/>
          </p:nvCxnSpPr>
          <p:spPr>
            <a:xfrm flipV="1">
              <a:off x="7624939" y="3687519"/>
              <a:ext cx="330947" cy="199920"/>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5A9EAEEE-2378-B04A-4F89-25CDD42EFAE8}"/>
                </a:ext>
              </a:extLst>
            </p:cNvPr>
            <p:cNvCxnSpPr>
              <a:cxnSpLocks/>
            </p:cNvCxnSpPr>
            <p:nvPr/>
          </p:nvCxnSpPr>
          <p:spPr>
            <a:xfrm flipH="1" flipV="1">
              <a:off x="6151222" y="3687519"/>
              <a:ext cx="341018" cy="200612"/>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grpSp>
      <p:sp>
        <p:nvSpPr>
          <p:cNvPr id="7" name="TextBox 6">
            <a:extLst>
              <a:ext uri="{FF2B5EF4-FFF2-40B4-BE49-F238E27FC236}">
                <a16:creationId xmlns:a16="http://schemas.microsoft.com/office/drawing/2014/main" id="{49E39B4A-2996-03B7-43AD-4BAEC7152A09}"/>
              </a:ext>
            </a:extLst>
          </p:cNvPr>
          <p:cNvSpPr txBox="1"/>
          <p:nvPr/>
        </p:nvSpPr>
        <p:spPr>
          <a:xfrm>
            <a:off x="371312" y="3965350"/>
            <a:ext cx="4800600" cy="2308324"/>
          </a:xfrm>
          <a:prstGeom prst="rect">
            <a:avLst/>
          </a:prstGeom>
          <a:noFill/>
        </p:spPr>
        <p:txBody>
          <a:bodyPr wrap="square">
            <a:spAutoFit/>
          </a:bodyPr>
          <a:lstStyle/>
          <a:p>
            <a:endParaRPr lang="en-US" sz="1800" dirty="0"/>
          </a:p>
          <a:p>
            <a:r>
              <a:rPr lang="en-US" sz="1800" dirty="0"/>
              <a:t>Pressing CTRL+Z will undo your last action</a:t>
            </a:r>
          </a:p>
          <a:p>
            <a:endParaRPr lang="en-US" sz="1800" dirty="0"/>
          </a:p>
          <a:p>
            <a:r>
              <a:rPr lang="en-US" sz="1800" dirty="0"/>
              <a:t>You can zoom in or out using the slider in the lower right corner of the screen.</a:t>
            </a:r>
          </a:p>
          <a:p>
            <a:endParaRPr lang="en-US" sz="1800" dirty="0"/>
          </a:p>
          <a:p>
            <a:r>
              <a:rPr lang="en-US" sz="1800" dirty="0"/>
              <a:t>You can also zoom in or out using the Zoom feature under the View menu at the top. </a:t>
            </a:r>
          </a:p>
        </p:txBody>
      </p:sp>
      <p:pic>
        <p:nvPicPr>
          <p:cNvPr id="26" name="Picture 25">
            <a:extLst>
              <a:ext uri="{FF2B5EF4-FFF2-40B4-BE49-F238E27FC236}">
                <a16:creationId xmlns:a16="http://schemas.microsoft.com/office/drawing/2014/main" id="{7F086B7F-D2C1-16DD-E9B9-448A4ACCB169}"/>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108670" y="4842686"/>
            <a:ext cx="2784080" cy="553653"/>
          </a:xfrm>
          <a:prstGeom prst="rect">
            <a:avLst/>
          </a:prstGeom>
        </p:spPr>
      </p:pic>
      <p:grpSp>
        <p:nvGrpSpPr>
          <p:cNvPr id="32" name="Group 31">
            <a:extLst>
              <a:ext uri="{FF2B5EF4-FFF2-40B4-BE49-F238E27FC236}">
                <a16:creationId xmlns:a16="http://schemas.microsoft.com/office/drawing/2014/main" id="{5DBFCC79-9018-3F14-54FB-CF139652F648}"/>
              </a:ext>
              <a:ext uri="{C183D7F6-B498-43B3-948B-1728B52AA6E4}">
                <adec:decorative xmlns:adec="http://schemas.microsoft.com/office/drawing/2017/decorative" val="1"/>
              </a:ext>
            </a:extLst>
          </p:cNvPr>
          <p:cNvGrpSpPr/>
          <p:nvPr/>
        </p:nvGrpSpPr>
        <p:grpSpPr>
          <a:xfrm>
            <a:off x="5108670" y="5674791"/>
            <a:ext cx="1630173" cy="1300926"/>
            <a:chOff x="6917515" y="5567600"/>
            <a:chExt cx="1630173" cy="1300926"/>
          </a:xfrm>
        </p:grpSpPr>
        <p:pic>
          <p:nvPicPr>
            <p:cNvPr id="28" name="Picture 27">
              <a:extLst>
                <a:ext uri="{FF2B5EF4-FFF2-40B4-BE49-F238E27FC236}">
                  <a16:creationId xmlns:a16="http://schemas.microsoft.com/office/drawing/2014/main" id="{A1FEC715-B8B2-9DAE-7C49-E342FD34B0F9}"/>
                </a:ext>
              </a:extLst>
            </p:cNvPr>
            <p:cNvPicPr>
              <a:picLocks noChangeAspect="1"/>
            </p:cNvPicPr>
            <p:nvPr/>
          </p:nvPicPr>
          <p:blipFill>
            <a:blip r:embed="rId5"/>
            <a:stretch>
              <a:fillRect/>
            </a:stretch>
          </p:blipFill>
          <p:spPr>
            <a:xfrm>
              <a:off x="6917515" y="5567600"/>
              <a:ext cx="1630173" cy="1300926"/>
            </a:xfrm>
            <a:prstGeom prst="rect">
              <a:avLst/>
            </a:prstGeom>
          </p:spPr>
        </p:pic>
        <p:sp>
          <p:nvSpPr>
            <p:cNvPr id="29" name="Oval 28">
              <a:extLst>
                <a:ext uri="{FF2B5EF4-FFF2-40B4-BE49-F238E27FC236}">
                  <a16:creationId xmlns:a16="http://schemas.microsoft.com/office/drawing/2014/main" id="{CD55F37A-CF9A-890B-EDF4-57DF81CA9E9B}"/>
                </a:ext>
              </a:extLst>
            </p:cNvPr>
            <p:cNvSpPr/>
            <p:nvPr/>
          </p:nvSpPr>
          <p:spPr>
            <a:xfrm>
              <a:off x="7043999" y="5768404"/>
              <a:ext cx="480207" cy="663788"/>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1" name="Graphic 30">
            <a:extLst>
              <a:ext uri="{FF2B5EF4-FFF2-40B4-BE49-F238E27FC236}">
                <a16:creationId xmlns:a16="http://schemas.microsoft.com/office/drawing/2014/main" id="{414F90E2-61A8-9CCE-01CA-D93B760257D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27914" y="1493375"/>
            <a:ext cx="759051" cy="759051"/>
          </a:xfrm>
          <a:prstGeom prst="rect">
            <a:avLst/>
          </a:prstGeom>
        </p:spPr>
      </p:pic>
      <p:sp>
        <p:nvSpPr>
          <p:cNvPr id="6" name="Slide Number Placeholder 5">
            <a:extLst>
              <a:ext uri="{FF2B5EF4-FFF2-40B4-BE49-F238E27FC236}">
                <a16:creationId xmlns:a16="http://schemas.microsoft.com/office/drawing/2014/main" id="{97875F87-671E-42E0-9FE7-F1847A8E13DE}"/>
              </a:ext>
            </a:extLst>
          </p:cNvPr>
          <p:cNvSpPr>
            <a:spLocks noGrp="1"/>
          </p:cNvSpPr>
          <p:nvPr>
            <p:ph type="sldNum" sz="quarter" idx="12"/>
          </p:nvPr>
        </p:nvSpPr>
        <p:spPr/>
        <p:txBody>
          <a:bodyPr/>
          <a:lstStyle/>
          <a:p>
            <a:fld id="{1D760CF6-B357-4382-8813-9BCD7C1E2176}" type="slidenum">
              <a:rPr lang="en-US" smtClean="0"/>
              <a:t>3</a:t>
            </a:fld>
            <a:endParaRPr lang="en-US"/>
          </a:p>
        </p:txBody>
      </p:sp>
    </p:spTree>
    <p:extLst>
      <p:ext uri="{BB962C8B-B14F-4D97-AF65-F5344CB8AC3E}">
        <p14:creationId xmlns:p14="http://schemas.microsoft.com/office/powerpoint/2010/main" val="851875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B4319-6099-3AF8-9125-933E4F110154}"/>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AAA5E945-07E5-F637-3D3C-80943E3CB7C1}"/>
              </a:ext>
            </a:extLst>
          </p:cNvPr>
          <p:cNvSpPr>
            <a:spLocks noGrp="1"/>
          </p:cNvSpPr>
          <p:nvPr>
            <p:ph type="title"/>
          </p:nvPr>
        </p:nvSpPr>
        <p:spPr>
          <a:xfrm>
            <a:off x="547187" y="378665"/>
            <a:ext cx="8624961" cy="770123"/>
          </a:xfrm>
        </p:spPr>
        <p:txBody>
          <a:bodyPr>
            <a:normAutofit/>
          </a:bodyPr>
          <a:lstStyle/>
          <a:p>
            <a:r>
              <a:rPr lang="en-US" sz="4000" b="1" dirty="0"/>
              <a:t>First, you’ll see a variety of shapes…</a:t>
            </a:r>
          </a:p>
        </p:txBody>
      </p:sp>
      <p:sp>
        <p:nvSpPr>
          <p:cNvPr id="6" name="TextBox 5">
            <a:extLst>
              <a:ext uri="{FF2B5EF4-FFF2-40B4-BE49-F238E27FC236}">
                <a16:creationId xmlns:a16="http://schemas.microsoft.com/office/drawing/2014/main" id="{01F4CEB7-CF6F-9CAF-0529-28A47721F409}"/>
              </a:ext>
            </a:extLst>
          </p:cNvPr>
          <p:cNvSpPr txBox="1"/>
          <p:nvPr/>
        </p:nvSpPr>
        <p:spPr>
          <a:xfrm>
            <a:off x="547187" y="1127182"/>
            <a:ext cx="5442620" cy="1569660"/>
          </a:xfrm>
          <a:prstGeom prst="rect">
            <a:avLst/>
          </a:prstGeom>
          <a:noFill/>
        </p:spPr>
        <p:txBody>
          <a:bodyPr wrap="square">
            <a:spAutoFit/>
          </a:bodyPr>
          <a:lstStyle/>
          <a:p>
            <a:r>
              <a:rPr lang="en-US" sz="2400" dirty="0"/>
              <a:t>These shapes represent </a:t>
            </a:r>
          </a:p>
          <a:p>
            <a:pPr marL="285750" indent="-285750">
              <a:buFont typeface="Arial" panose="020B0604020202020204" pitchFamily="34" charset="0"/>
              <a:buChar char="•"/>
            </a:pPr>
            <a:r>
              <a:rPr lang="en-US" sz="2400" b="1" dirty="0"/>
              <a:t>classes</a:t>
            </a:r>
            <a:r>
              <a:rPr lang="en-US" sz="2400" dirty="0"/>
              <a:t>, </a:t>
            </a:r>
          </a:p>
          <a:p>
            <a:pPr marL="285750" indent="-285750">
              <a:buFont typeface="Arial" panose="020B0604020202020204" pitchFamily="34" charset="0"/>
              <a:buChar char="•"/>
            </a:pPr>
            <a:r>
              <a:rPr lang="en-US" sz="2400" b="1" dirty="0"/>
              <a:t>concept schemes, </a:t>
            </a:r>
            <a:r>
              <a:rPr lang="en-US" sz="2400" dirty="0"/>
              <a:t>and </a:t>
            </a:r>
          </a:p>
          <a:p>
            <a:pPr marL="285750" indent="-285750">
              <a:buFont typeface="Arial" panose="020B0604020202020204" pitchFamily="34" charset="0"/>
              <a:buChar char="•"/>
            </a:pPr>
            <a:r>
              <a:rPr lang="en-US" sz="2400" b="1" dirty="0"/>
              <a:t>object properties</a:t>
            </a:r>
            <a:r>
              <a:rPr lang="en-US" sz="2400" dirty="0"/>
              <a:t>.</a:t>
            </a:r>
          </a:p>
        </p:txBody>
      </p:sp>
      <p:pic>
        <p:nvPicPr>
          <p:cNvPr id="16" name="Picture 15">
            <a:extLst>
              <a:ext uri="{FF2B5EF4-FFF2-40B4-BE49-F238E27FC236}">
                <a16:creationId xmlns:a16="http://schemas.microsoft.com/office/drawing/2014/main" id="{E20F2BEC-DD17-72A6-7BD3-B50640FC783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rot="20827067">
            <a:off x="5157931" y="5392423"/>
            <a:ext cx="3855684" cy="1392991"/>
          </a:xfrm>
          <a:prstGeom prst="rect">
            <a:avLst/>
          </a:prstGeom>
        </p:spPr>
      </p:pic>
      <p:pic>
        <p:nvPicPr>
          <p:cNvPr id="17" name="Picture 16">
            <a:extLst>
              <a:ext uri="{FF2B5EF4-FFF2-40B4-BE49-F238E27FC236}">
                <a16:creationId xmlns:a16="http://schemas.microsoft.com/office/drawing/2014/main" id="{D7754854-F4F7-024E-D029-A5EDC6AD6C20}"/>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rot="20645330">
            <a:off x="298366" y="3212607"/>
            <a:ext cx="3092791" cy="1121184"/>
          </a:xfrm>
          <a:prstGeom prst="rect">
            <a:avLst/>
          </a:prstGeom>
        </p:spPr>
      </p:pic>
      <p:pic>
        <p:nvPicPr>
          <p:cNvPr id="18" name="Picture 17">
            <a:extLst>
              <a:ext uri="{FF2B5EF4-FFF2-40B4-BE49-F238E27FC236}">
                <a16:creationId xmlns:a16="http://schemas.microsoft.com/office/drawing/2014/main" id="{5F097572-DE72-12D3-B06D-A44599E8DBB3}"/>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rot="20344709">
            <a:off x="456499" y="5328442"/>
            <a:ext cx="3424407" cy="1221318"/>
          </a:xfrm>
          <a:prstGeom prst="rect">
            <a:avLst/>
          </a:prstGeom>
        </p:spPr>
      </p:pic>
      <p:pic>
        <p:nvPicPr>
          <p:cNvPr id="19" name="Picture 18">
            <a:extLst>
              <a:ext uri="{FF2B5EF4-FFF2-40B4-BE49-F238E27FC236}">
                <a16:creationId xmlns:a16="http://schemas.microsoft.com/office/drawing/2014/main" id="{0550D64B-B063-50BD-7F01-3CE9F921CFD0}"/>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rot="1156660">
            <a:off x="2874544" y="4564597"/>
            <a:ext cx="3019993" cy="1090036"/>
          </a:xfrm>
          <a:prstGeom prst="rect">
            <a:avLst/>
          </a:prstGeom>
        </p:spPr>
      </p:pic>
      <p:pic>
        <p:nvPicPr>
          <p:cNvPr id="20" name="Picture 19">
            <a:extLst>
              <a:ext uri="{FF2B5EF4-FFF2-40B4-BE49-F238E27FC236}">
                <a16:creationId xmlns:a16="http://schemas.microsoft.com/office/drawing/2014/main" id="{A37C5A71-D2E9-9F8D-2BA6-C4B227CF5526}"/>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rot="1055875">
            <a:off x="3657834" y="3391455"/>
            <a:ext cx="3973410" cy="1443216"/>
          </a:xfrm>
          <a:prstGeom prst="rect">
            <a:avLst/>
          </a:prstGeom>
        </p:spPr>
      </p:pic>
      <p:pic>
        <p:nvPicPr>
          <p:cNvPr id="21" name="Picture 20">
            <a:extLst>
              <a:ext uri="{FF2B5EF4-FFF2-40B4-BE49-F238E27FC236}">
                <a16:creationId xmlns:a16="http://schemas.microsoft.com/office/drawing/2014/main" id="{A41A6D73-0F1B-53F5-5500-E31918A3E28D}"/>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4384541" y="1523878"/>
            <a:ext cx="4616545" cy="1678260"/>
          </a:xfrm>
          <a:prstGeom prst="rect">
            <a:avLst/>
          </a:prstGeom>
        </p:spPr>
      </p:pic>
      <p:sp>
        <p:nvSpPr>
          <p:cNvPr id="2" name="Slide Number Placeholder 1">
            <a:extLst>
              <a:ext uri="{FF2B5EF4-FFF2-40B4-BE49-F238E27FC236}">
                <a16:creationId xmlns:a16="http://schemas.microsoft.com/office/drawing/2014/main" id="{DE7270DB-F2C0-A1B2-7B08-1DC532257958}"/>
              </a:ext>
            </a:extLst>
          </p:cNvPr>
          <p:cNvSpPr>
            <a:spLocks noGrp="1"/>
          </p:cNvSpPr>
          <p:nvPr>
            <p:ph type="sldNum" sz="quarter" idx="12"/>
          </p:nvPr>
        </p:nvSpPr>
        <p:spPr/>
        <p:txBody>
          <a:bodyPr/>
          <a:lstStyle/>
          <a:p>
            <a:fld id="{1D760CF6-B357-4382-8813-9BCD7C1E2176}" type="slidenum">
              <a:rPr lang="en-US" smtClean="0"/>
              <a:t>4</a:t>
            </a:fld>
            <a:endParaRPr lang="en-US"/>
          </a:p>
        </p:txBody>
      </p:sp>
    </p:spTree>
    <p:extLst>
      <p:ext uri="{BB962C8B-B14F-4D97-AF65-F5344CB8AC3E}">
        <p14:creationId xmlns:p14="http://schemas.microsoft.com/office/powerpoint/2010/main" val="2453298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78327-9191-A7A2-619F-B8542DE8A06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73191FD-F2F1-2F8A-C5FC-32A344B6326A}"/>
              </a:ext>
            </a:extLst>
          </p:cNvPr>
          <p:cNvSpPr txBox="1">
            <a:spLocks/>
          </p:cNvSpPr>
          <p:nvPr/>
        </p:nvSpPr>
        <p:spPr>
          <a:xfrm>
            <a:off x="421326" y="350630"/>
            <a:ext cx="8624961" cy="770123"/>
          </a:xfrm>
          <a:prstGeom prst="rect">
            <a:avLst/>
          </a:prstGeom>
        </p:spPr>
        <p:txBody>
          <a:bodyPr vert="horz" lIns="91440" tIns="45720" rIns="91440" bIns="45720" rtlCol="0" anchor="ctr">
            <a:normAutofit/>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4000" b="1" dirty="0"/>
              <a:t>The goal:</a:t>
            </a:r>
          </a:p>
        </p:txBody>
      </p:sp>
      <p:sp>
        <p:nvSpPr>
          <p:cNvPr id="27" name="Title 26">
            <a:extLst>
              <a:ext uri="{FF2B5EF4-FFF2-40B4-BE49-F238E27FC236}">
                <a16:creationId xmlns:a16="http://schemas.microsoft.com/office/drawing/2014/main" id="{FCB56DCF-D52E-8ED8-B61C-F457390468BB}"/>
              </a:ext>
            </a:extLst>
          </p:cNvPr>
          <p:cNvSpPr>
            <a:spLocks noGrp="1"/>
          </p:cNvSpPr>
          <p:nvPr>
            <p:ph type="title"/>
          </p:nvPr>
        </p:nvSpPr>
        <p:spPr>
          <a:xfrm>
            <a:off x="421326" y="1179567"/>
            <a:ext cx="8980858" cy="1043881"/>
          </a:xfrm>
        </p:spPr>
        <p:txBody>
          <a:bodyPr>
            <a:noAutofit/>
          </a:bodyPr>
          <a:lstStyle/>
          <a:p>
            <a:r>
              <a:rPr lang="en-US" sz="2835" dirty="0"/>
              <a:t>Rearrange the shapes to learn more about</a:t>
            </a:r>
            <a:br>
              <a:rPr lang="en-US" sz="2835" dirty="0"/>
            </a:br>
            <a:r>
              <a:rPr lang="en-US" sz="2835" b="1" dirty="0"/>
              <a:t>how object properties act as links between classes*.</a:t>
            </a:r>
          </a:p>
        </p:txBody>
      </p:sp>
      <p:grpSp>
        <p:nvGrpSpPr>
          <p:cNvPr id="2" name="Group 1" descr="Image shows the 'Has Assessment Identification' placed between the 'Assessment' and 'Assessment Identification' shapes as a way of linking them together.">
            <a:extLst>
              <a:ext uri="{FF2B5EF4-FFF2-40B4-BE49-F238E27FC236}">
                <a16:creationId xmlns:a16="http://schemas.microsoft.com/office/drawing/2014/main" id="{69C2FCCB-5524-33CF-4AA4-2DCD1E267789}"/>
              </a:ext>
            </a:extLst>
          </p:cNvPr>
          <p:cNvGrpSpPr/>
          <p:nvPr/>
        </p:nvGrpSpPr>
        <p:grpSpPr>
          <a:xfrm>
            <a:off x="421326" y="2357441"/>
            <a:ext cx="8879285" cy="3178614"/>
            <a:chOff x="421326" y="2357441"/>
            <a:chExt cx="8879285" cy="3178614"/>
          </a:xfrm>
        </p:grpSpPr>
        <p:pic>
          <p:nvPicPr>
            <p:cNvPr id="21" name="Picture 20" descr="Graphical user interface, text, application&#10;&#10;AI-generated content may be incorrect.">
              <a:extLst>
                <a:ext uri="{FF2B5EF4-FFF2-40B4-BE49-F238E27FC236}">
                  <a16:creationId xmlns:a16="http://schemas.microsoft.com/office/drawing/2014/main" id="{5D9D7E73-ED71-13E2-D36F-E24BCAD80864}"/>
                </a:ext>
              </a:extLst>
            </p:cNvPr>
            <p:cNvPicPr>
              <a:picLocks noChangeAspect="1"/>
            </p:cNvPicPr>
            <p:nvPr/>
          </p:nvPicPr>
          <p:blipFill>
            <a:blip r:embed="rId3"/>
            <a:stretch>
              <a:fillRect/>
            </a:stretch>
          </p:blipFill>
          <p:spPr>
            <a:xfrm>
              <a:off x="5430860" y="2357441"/>
              <a:ext cx="3869751" cy="1398072"/>
            </a:xfrm>
            <a:prstGeom prst="rect">
              <a:avLst/>
            </a:prstGeom>
          </p:spPr>
        </p:pic>
        <p:pic>
          <p:nvPicPr>
            <p:cNvPr id="20" name="Picture 19" descr="Text&#10;&#10;AI-generated content may be incorrect.">
              <a:extLst>
                <a:ext uri="{FF2B5EF4-FFF2-40B4-BE49-F238E27FC236}">
                  <a16:creationId xmlns:a16="http://schemas.microsoft.com/office/drawing/2014/main" id="{91AB1BAB-CE6C-EA47-F9AD-F9803A4AA226}"/>
                </a:ext>
              </a:extLst>
            </p:cNvPr>
            <p:cNvPicPr>
              <a:picLocks noChangeAspect="1"/>
            </p:cNvPicPr>
            <p:nvPr/>
          </p:nvPicPr>
          <p:blipFill>
            <a:blip r:embed="rId4"/>
            <a:stretch>
              <a:fillRect/>
            </a:stretch>
          </p:blipFill>
          <p:spPr>
            <a:xfrm>
              <a:off x="421326" y="4099933"/>
              <a:ext cx="1926014" cy="1436122"/>
            </a:xfrm>
            <a:prstGeom prst="rect">
              <a:avLst/>
            </a:prstGeom>
          </p:spPr>
        </p:pic>
        <p:pic>
          <p:nvPicPr>
            <p:cNvPr id="23" name="Picture 22" descr="Text&#10;&#10;AI-generated content may be incorrect.">
              <a:extLst>
                <a:ext uri="{FF2B5EF4-FFF2-40B4-BE49-F238E27FC236}">
                  <a16:creationId xmlns:a16="http://schemas.microsoft.com/office/drawing/2014/main" id="{9AFD5EE6-0F84-CCC7-1861-1EF4FBCF09F4}"/>
                </a:ext>
              </a:extLst>
            </p:cNvPr>
            <p:cNvPicPr>
              <a:picLocks noChangeAspect="1"/>
            </p:cNvPicPr>
            <p:nvPr/>
          </p:nvPicPr>
          <p:blipFill>
            <a:blip r:embed="rId5">
              <a:clrChange>
                <a:clrFrom>
                  <a:srgbClr val="FFFFFF"/>
                </a:clrFrom>
                <a:clrTo>
                  <a:srgbClr val="FFFFFF">
                    <a:alpha val="0"/>
                  </a:srgbClr>
                </a:clrTo>
              </a:clrChange>
            </a:blip>
            <a:stretch>
              <a:fillRect/>
            </a:stretch>
          </p:blipFill>
          <p:spPr>
            <a:xfrm rot="20642104">
              <a:off x="1770045" y="3000286"/>
              <a:ext cx="4158524" cy="1510453"/>
            </a:xfrm>
            <a:prstGeom prst="rect">
              <a:avLst/>
            </a:prstGeom>
          </p:spPr>
        </p:pic>
      </p:grpSp>
      <p:sp>
        <p:nvSpPr>
          <p:cNvPr id="3" name="Title 26">
            <a:extLst>
              <a:ext uri="{FF2B5EF4-FFF2-40B4-BE49-F238E27FC236}">
                <a16:creationId xmlns:a16="http://schemas.microsoft.com/office/drawing/2014/main" id="{A03020DD-EAF4-5FEC-8A1A-9467E265BE9F}"/>
              </a:ext>
            </a:extLst>
          </p:cNvPr>
          <p:cNvSpPr txBox="1">
            <a:spLocks/>
          </p:cNvSpPr>
          <p:nvPr/>
        </p:nvSpPr>
        <p:spPr>
          <a:xfrm>
            <a:off x="421326" y="5759324"/>
            <a:ext cx="8980858" cy="1043881"/>
          </a:xfrm>
          <a:prstGeom prst="rect">
            <a:avLst/>
          </a:prstGeom>
        </p:spPr>
        <p:txBody>
          <a:bodyPr vert="horz" lIns="91440" tIns="45720" rIns="91440" bIns="45720" rtlCol="0" anchor="ctr">
            <a:noAutofit/>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2000" i="1" dirty="0"/>
              <a:t>* Remember that concept schemes are a special kind of class.  Some object properties will link a class to a class, and some will link a class to a concept scheme.  </a:t>
            </a:r>
            <a:endParaRPr lang="en-US" sz="2000" b="1" i="1" dirty="0"/>
          </a:p>
        </p:txBody>
      </p:sp>
      <p:sp>
        <p:nvSpPr>
          <p:cNvPr id="5" name="Slide Number Placeholder 4">
            <a:extLst>
              <a:ext uri="{FF2B5EF4-FFF2-40B4-BE49-F238E27FC236}">
                <a16:creationId xmlns:a16="http://schemas.microsoft.com/office/drawing/2014/main" id="{97105096-E07D-DEE5-6F52-9AD5D71CFF62}"/>
              </a:ext>
            </a:extLst>
          </p:cNvPr>
          <p:cNvSpPr>
            <a:spLocks noGrp="1"/>
          </p:cNvSpPr>
          <p:nvPr>
            <p:ph type="sldNum" sz="quarter" idx="12"/>
          </p:nvPr>
        </p:nvSpPr>
        <p:spPr/>
        <p:txBody>
          <a:bodyPr/>
          <a:lstStyle/>
          <a:p>
            <a:fld id="{1D760CF6-B357-4382-8813-9BCD7C1E2176}" type="slidenum">
              <a:rPr lang="en-US" smtClean="0"/>
              <a:t>5</a:t>
            </a:fld>
            <a:endParaRPr lang="en-US"/>
          </a:p>
        </p:txBody>
      </p:sp>
    </p:spTree>
    <p:extLst>
      <p:ext uri="{BB962C8B-B14F-4D97-AF65-F5344CB8AC3E}">
        <p14:creationId xmlns:p14="http://schemas.microsoft.com/office/powerpoint/2010/main" val="3856463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B5D22-3EAA-E012-6902-9EE5B09EEDD3}"/>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EDEF3105-BAE3-D135-8F8D-7E84CE3D5377}"/>
              </a:ext>
            </a:extLst>
          </p:cNvPr>
          <p:cNvSpPr>
            <a:spLocks noGrp="1"/>
          </p:cNvSpPr>
          <p:nvPr>
            <p:ph type="title"/>
          </p:nvPr>
        </p:nvSpPr>
        <p:spPr>
          <a:xfrm>
            <a:off x="644562" y="538846"/>
            <a:ext cx="8281035" cy="1043881"/>
          </a:xfrm>
        </p:spPr>
        <p:txBody>
          <a:bodyPr>
            <a:noAutofit/>
          </a:bodyPr>
          <a:lstStyle/>
          <a:p>
            <a:r>
              <a:rPr lang="en-US" sz="4000" dirty="0"/>
              <a:t>Object properties have domains and range(s).</a:t>
            </a:r>
          </a:p>
        </p:txBody>
      </p:sp>
      <p:sp>
        <p:nvSpPr>
          <p:cNvPr id="4" name="TextBox 3">
            <a:extLst>
              <a:ext uri="{FF2B5EF4-FFF2-40B4-BE49-F238E27FC236}">
                <a16:creationId xmlns:a16="http://schemas.microsoft.com/office/drawing/2014/main" id="{C8C4DE18-0A7D-DF63-9682-B161FB1DC604}"/>
              </a:ext>
            </a:extLst>
          </p:cNvPr>
          <p:cNvSpPr txBox="1"/>
          <p:nvPr/>
        </p:nvSpPr>
        <p:spPr>
          <a:xfrm>
            <a:off x="616288" y="5322859"/>
            <a:ext cx="8309309" cy="1477328"/>
          </a:xfrm>
          <a:prstGeom prst="rect">
            <a:avLst/>
          </a:prstGeom>
          <a:noFill/>
        </p:spPr>
        <p:txBody>
          <a:bodyPr wrap="square" rtlCol="0">
            <a:spAutoFit/>
          </a:bodyPr>
          <a:lstStyle/>
          <a:p>
            <a:r>
              <a:rPr lang="en-US" dirty="0"/>
              <a:t>The object property shapes will have little ‘tags’ sticking out to indicate the domain and range.  </a:t>
            </a:r>
          </a:p>
          <a:p>
            <a:endParaRPr lang="en-US" dirty="0"/>
          </a:p>
          <a:p>
            <a:r>
              <a:rPr lang="en-US" dirty="0"/>
              <a:t>The domain is where the object property is coming from (the starting class) and the range is where it is going to (the destination class or concept scheme)</a:t>
            </a:r>
          </a:p>
        </p:txBody>
      </p:sp>
      <p:pic>
        <p:nvPicPr>
          <p:cNvPr id="8" name="Picture 7">
            <a:extLst>
              <a:ext uri="{FF2B5EF4-FFF2-40B4-BE49-F238E27FC236}">
                <a16:creationId xmlns:a16="http://schemas.microsoft.com/office/drawing/2014/main" id="{B32913AC-C82C-AE73-DE06-41FFA18EA85F}"/>
              </a:ext>
              <a:ext uri="{C183D7F6-B498-43B3-948B-1728B52AA6E4}">
                <adec:decorative xmlns:adec="http://schemas.microsoft.com/office/drawing/2017/decorative" val="1"/>
              </a:ext>
            </a:extLst>
          </p:cNvPr>
          <p:cNvPicPr>
            <a:picLocks noChangeAspect="1"/>
          </p:cNvPicPr>
          <p:nvPr/>
        </p:nvPicPr>
        <p:blipFill>
          <a:blip r:embed="rId3">
            <a:clrChange>
              <a:clrFrom>
                <a:srgbClr val="FFFFFF"/>
              </a:clrFrom>
              <a:clrTo>
                <a:srgbClr val="FFFFFF">
                  <a:alpha val="0"/>
                </a:srgbClr>
              </a:clrTo>
            </a:clrChange>
          </a:blip>
          <a:stretch>
            <a:fillRect/>
          </a:stretch>
        </p:blipFill>
        <p:spPr>
          <a:xfrm rot="378719">
            <a:off x="2471576" y="3217290"/>
            <a:ext cx="5099880" cy="1818879"/>
          </a:xfrm>
          <a:prstGeom prst="rect">
            <a:avLst/>
          </a:prstGeom>
        </p:spPr>
      </p:pic>
      <p:pic>
        <p:nvPicPr>
          <p:cNvPr id="7" name="Picture 6">
            <a:extLst>
              <a:ext uri="{FF2B5EF4-FFF2-40B4-BE49-F238E27FC236}">
                <a16:creationId xmlns:a16="http://schemas.microsoft.com/office/drawing/2014/main" id="{680465F8-EEEA-3C2F-F7F3-5B6A0002EA90}"/>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rot="669592">
            <a:off x="4543229" y="1407157"/>
            <a:ext cx="4302719" cy="1564177"/>
          </a:xfrm>
          <a:prstGeom prst="rect">
            <a:avLst/>
          </a:prstGeom>
        </p:spPr>
      </p:pic>
      <p:grpSp>
        <p:nvGrpSpPr>
          <p:cNvPr id="2" name="Group 1">
            <a:extLst>
              <a:ext uri="{FF2B5EF4-FFF2-40B4-BE49-F238E27FC236}">
                <a16:creationId xmlns:a16="http://schemas.microsoft.com/office/drawing/2014/main" id="{17D4B317-1CB8-FFCA-4649-F4878D3C2902}"/>
              </a:ext>
              <a:ext uri="{C183D7F6-B498-43B3-948B-1728B52AA6E4}">
                <adec:decorative xmlns:adec="http://schemas.microsoft.com/office/drawing/2017/decorative" val="1"/>
              </a:ext>
            </a:extLst>
          </p:cNvPr>
          <p:cNvGrpSpPr/>
          <p:nvPr/>
        </p:nvGrpSpPr>
        <p:grpSpPr>
          <a:xfrm>
            <a:off x="512869" y="1533739"/>
            <a:ext cx="8351251" cy="3213727"/>
            <a:chOff x="512869" y="1533739"/>
            <a:chExt cx="8351251" cy="3213727"/>
          </a:xfrm>
        </p:grpSpPr>
        <p:pic>
          <p:nvPicPr>
            <p:cNvPr id="3" name="Picture 2">
              <a:extLst>
                <a:ext uri="{FF2B5EF4-FFF2-40B4-BE49-F238E27FC236}">
                  <a16:creationId xmlns:a16="http://schemas.microsoft.com/office/drawing/2014/main" id="{79BCF922-9B74-5D57-F086-20997F886E71}"/>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rot="20872653">
              <a:off x="541155" y="1810337"/>
              <a:ext cx="3505562" cy="1273285"/>
            </a:xfrm>
            <a:prstGeom prst="rect">
              <a:avLst/>
            </a:prstGeom>
          </p:spPr>
        </p:pic>
        <p:sp>
          <p:nvSpPr>
            <p:cNvPr id="16" name="Oval 15">
              <a:extLst>
                <a:ext uri="{FF2B5EF4-FFF2-40B4-BE49-F238E27FC236}">
                  <a16:creationId xmlns:a16="http://schemas.microsoft.com/office/drawing/2014/main" id="{2000CE56-D0D7-3C5E-10BC-D8C147E1A23D}"/>
                </a:ext>
                <a:ext uri="{C183D7F6-B498-43B3-948B-1728B52AA6E4}">
                  <adec:decorative xmlns:adec="http://schemas.microsoft.com/office/drawing/2017/decorative" val="1"/>
                </a:ext>
              </a:extLst>
            </p:cNvPr>
            <p:cNvSpPr/>
            <p:nvPr/>
          </p:nvSpPr>
          <p:spPr>
            <a:xfrm rot="20558682">
              <a:off x="512869" y="2432780"/>
              <a:ext cx="757588" cy="64588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18"/>
            </a:p>
          </p:txBody>
        </p:sp>
        <p:sp>
          <p:nvSpPr>
            <p:cNvPr id="17" name="Oval 16">
              <a:extLst>
                <a:ext uri="{FF2B5EF4-FFF2-40B4-BE49-F238E27FC236}">
                  <a16:creationId xmlns:a16="http://schemas.microsoft.com/office/drawing/2014/main" id="{54603228-A501-B016-0F0B-6EB35B6C47CF}"/>
                </a:ext>
                <a:ext uri="{C183D7F6-B498-43B3-948B-1728B52AA6E4}">
                  <adec:decorative xmlns:adec="http://schemas.microsoft.com/office/drawing/2017/decorative" val="1"/>
                </a:ext>
              </a:extLst>
            </p:cNvPr>
            <p:cNvSpPr/>
            <p:nvPr/>
          </p:nvSpPr>
          <p:spPr>
            <a:xfrm>
              <a:off x="2368585" y="3555670"/>
              <a:ext cx="1184511" cy="78531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18"/>
            </a:p>
          </p:txBody>
        </p:sp>
        <p:sp>
          <p:nvSpPr>
            <p:cNvPr id="18" name="Oval 17">
              <a:extLst>
                <a:ext uri="{FF2B5EF4-FFF2-40B4-BE49-F238E27FC236}">
                  <a16:creationId xmlns:a16="http://schemas.microsoft.com/office/drawing/2014/main" id="{8E6CDEB1-DA22-2022-56D6-626980DE7707}"/>
                </a:ext>
                <a:ext uri="{C183D7F6-B498-43B3-948B-1728B52AA6E4}">
                  <adec:decorative xmlns:adec="http://schemas.microsoft.com/office/drawing/2017/decorative" val="1"/>
                </a:ext>
              </a:extLst>
            </p:cNvPr>
            <p:cNvSpPr/>
            <p:nvPr/>
          </p:nvSpPr>
          <p:spPr>
            <a:xfrm rot="883763">
              <a:off x="4519308" y="1533739"/>
              <a:ext cx="921386" cy="64588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18" dirty="0"/>
            </a:p>
          </p:txBody>
        </p:sp>
        <p:sp>
          <p:nvSpPr>
            <p:cNvPr id="19" name="Oval 18">
              <a:extLst>
                <a:ext uri="{FF2B5EF4-FFF2-40B4-BE49-F238E27FC236}">
                  <a16:creationId xmlns:a16="http://schemas.microsoft.com/office/drawing/2014/main" id="{B7829E5B-257E-B06A-F4A7-693CAF859E49}"/>
                </a:ext>
                <a:ext uri="{C183D7F6-B498-43B3-948B-1728B52AA6E4}">
                  <adec:decorative xmlns:adec="http://schemas.microsoft.com/office/drawing/2017/decorative" val="1"/>
                </a:ext>
              </a:extLst>
            </p:cNvPr>
            <p:cNvSpPr/>
            <p:nvPr/>
          </p:nvSpPr>
          <p:spPr>
            <a:xfrm rot="20558682">
              <a:off x="3254145" y="1867052"/>
              <a:ext cx="869035" cy="64588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18"/>
            </a:p>
          </p:txBody>
        </p:sp>
        <p:sp>
          <p:nvSpPr>
            <p:cNvPr id="20" name="Oval 19">
              <a:extLst>
                <a:ext uri="{FF2B5EF4-FFF2-40B4-BE49-F238E27FC236}">
                  <a16:creationId xmlns:a16="http://schemas.microsoft.com/office/drawing/2014/main" id="{2EB9516F-2BED-081F-A1E2-ECDEE96178F0}"/>
                </a:ext>
                <a:ext uri="{C183D7F6-B498-43B3-948B-1728B52AA6E4}">
                  <adec:decorative xmlns:adec="http://schemas.microsoft.com/office/drawing/2017/decorative" val="1"/>
                </a:ext>
              </a:extLst>
            </p:cNvPr>
            <p:cNvSpPr/>
            <p:nvPr/>
          </p:nvSpPr>
          <p:spPr>
            <a:xfrm>
              <a:off x="6492939" y="3962148"/>
              <a:ext cx="1184511" cy="78531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18"/>
            </a:p>
          </p:txBody>
        </p:sp>
        <p:sp>
          <p:nvSpPr>
            <p:cNvPr id="21" name="Oval 20">
              <a:extLst>
                <a:ext uri="{FF2B5EF4-FFF2-40B4-BE49-F238E27FC236}">
                  <a16:creationId xmlns:a16="http://schemas.microsoft.com/office/drawing/2014/main" id="{CF4DBE60-7584-18D5-1101-A44D87A01CB3}"/>
                </a:ext>
                <a:ext uri="{C183D7F6-B498-43B3-948B-1728B52AA6E4}">
                  <adec:decorative xmlns:adec="http://schemas.microsoft.com/office/drawing/2017/decorative" val="1"/>
                </a:ext>
              </a:extLst>
            </p:cNvPr>
            <p:cNvSpPr/>
            <p:nvPr/>
          </p:nvSpPr>
          <p:spPr>
            <a:xfrm rot="883763">
              <a:off x="7942734" y="2223558"/>
              <a:ext cx="921386" cy="64588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18"/>
            </a:p>
          </p:txBody>
        </p:sp>
      </p:grpSp>
      <p:sp>
        <p:nvSpPr>
          <p:cNvPr id="5" name="Slide Number Placeholder 4">
            <a:extLst>
              <a:ext uri="{FF2B5EF4-FFF2-40B4-BE49-F238E27FC236}">
                <a16:creationId xmlns:a16="http://schemas.microsoft.com/office/drawing/2014/main" id="{A1C5CCDD-F804-5A95-A8D0-3AA893967C14}"/>
              </a:ext>
            </a:extLst>
          </p:cNvPr>
          <p:cNvSpPr>
            <a:spLocks noGrp="1"/>
          </p:cNvSpPr>
          <p:nvPr>
            <p:ph type="sldNum" sz="quarter" idx="12"/>
          </p:nvPr>
        </p:nvSpPr>
        <p:spPr/>
        <p:txBody>
          <a:bodyPr/>
          <a:lstStyle/>
          <a:p>
            <a:fld id="{1D760CF6-B357-4382-8813-9BCD7C1E2176}" type="slidenum">
              <a:rPr lang="en-US" smtClean="0"/>
              <a:t>6</a:t>
            </a:fld>
            <a:endParaRPr lang="en-US"/>
          </a:p>
        </p:txBody>
      </p:sp>
    </p:spTree>
    <p:extLst>
      <p:ext uri="{BB962C8B-B14F-4D97-AF65-F5344CB8AC3E}">
        <p14:creationId xmlns:p14="http://schemas.microsoft.com/office/powerpoint/2010/main" val="2396414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E69B6-CA8B-7AC0-4863-2B3050C874E2}"/>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4A9FA911-603F-CEBA-A733-FEE88AB7300C}"/>
              </a:ext>
            </a:extLst>
          </p:cNvPr>
          <p:cNvSpPr>
            <a:spLocks noGrp="1"/>
          </p:cNvSpPr>
          <p:nvPr>
            <p:ph type="title"/>
          </p:nvPr>
        </p:nvSpPr>
        <p:spPr>
          <a:xfrm>
            <a:off x="660083" y="389468"/>
            <a:ext cx="8281035" cy="1413934"/>
          </a:xfrm>
        </p:spPr>
        <p:txBody>
          <a:bodyPr/>
          <a:lstStyle/>
          <a:p>
            <a:r>
              <a:rPr lang="en-US" sz="4000" dirty="0"/>
              <a:t>The</a:t>
            </a:r>
            <a:r>
              <a:rPr lang="en-US" dirty="0"/>
              <a:t> codes must match!</a:t>
            </a:r>
          </a:p>
        </p:txBody>
      </p:sp>
      <p:grpSp>
        <p:nvGrpSpPr>
          <p:cNvPr id="5" name="Group 4" descr="Image shows how the 'Has Assessment Identification System' has a 'includes Domain' tag with the code 'C200010' on it.  That tag can be used to link to the Assessment Class shape which has a code of C200010. ">
            <a:extLst>
              <a:ext uri="{FF2B5EF4-FFF2-40B4-BE49-F238E27FC236}">
                <a16:creationId xmlns:a16="http://schemas.microsoft.com/office/drawing/2014/main" id="{A1C49286-8B28-1E0F-0EB5-E606B80AFCEE}"/>
              </a:ext>
            </a:extLst>
          </p:cNvPr>
          <p:cNvGrpSpPr/>
          <p:nvPr/>
        </p:nvGrpSpPr>
        <p:grpSpPr>
          <a:xfrm>
            <a:off x="199476" y="1957727"/>
            <a:ext cx="9076171" cy="2365594"/>
            <a:chOff x="199476" y="1957727"/>
            <a:chExt cx="9076171" cy="2365594"/>
          </a:xfrm>
        </p:grpSpPr>
        <p:pic>
          <p:nvPicPr>
            <p:cNvPr id="8" name="Picture 7" descr="Text&#10;&#10;AI-generated content may be incorrect.">
              <a:extLst>
                <a:ext uri="{FF2B5EF4-FFF2-40B4-BE49-F238E27FC236}">
                  <a16:creationId xmlns:a16="http://schemas.microsoft.com/office/drawing/2014/main" id="{51AF2CF6-7837-80FF-EE37-5DB43D547746}"/>
                </a:ext>
              </a:extLst>
            </p:cNvPr>
            <p:cNvPicPr>
              <a:picLocks noChangeAspect="1"/>
            </p:cNvPicPr>
            <p:nvPr/>
          </p:nvPicPr>
          <p:blipFill>
            <a:blip r:embed="rId3"/>
            <a:stretch>
              <a:fillRect/>
            </a:stretch>
          </p:blipFill>
          <p:spPr>
            <a:xfrm>
              <a:off x="3559089" y="2104765"/>
              <a:ext cx="5716558" cy="2076360"/>
            </a:xfrm>
            <a:prstGeom prst="rect">
              <a:avLst/>
            </a:prstGeom>
          </p:spPr>
        </p:pic>
        <p:pic>
          <p:nvPicPr>
            <p:cNvPr id="3" name="Picture 2" descr="Text&#10;&#10;AI-generated content may be incorrect.">
              <a:extLst>
                <a:ext uri="{FF2B5EF4-FFF2-40B4-BE49-F238E27FC236}">
                  <a16:creationId xmlns:a16="http://schemas.microsoft.com/office/drawing/2014/main" id="{CB44B5F2-884B-BCAF-E76B-23A692586724}"/>
                </a:ext>
              </a:extLst>
            </p:cNvPr>
            <p:cNvPicPr>
              <a:picLocks noChangeAspect="1"/>
            </p:cNvPicPr>
            <p:nvPr/>
          </p:nvPicPr>
          <p:blipFill>
            <a:blip r:embed="rId4"/>
            <a:stretch>
              <a:fillRect/>
            </a:stretch>
          </p:blipFill>
          <p:spPr>
            <a:xfrm>
              <a:off x="199476" y="1957727"/>
              <a:ext cx="3172550" cy="2365594"/>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AFC26E83-EFE9-A612-275F-786A071FCC9F}"/>
                    </a:ext>
                  </a:extLst>
                </p14:cNvPr>
                <p14:cNvContentPartPr/>
                <p14:nvPr/>
              </p14:nvContentPartPr>
              <p14:xfrm>
                <a:off x="1785750" y="3438783"/>
                <a:ext cx="979493" cy="60953"/>
              </p14:xfrm>
            </p:contentPart>
          </mc:Choice>
          <mc:Fallback xmlns="">
            <p:pic>
              <p:nvPicPr>
                <p:cNvPr id="2" name="Ink 1">
                  <a:extLst>
                    <a:ext uri="{FF2B5EF4-FFF2-40B4-BE49-F238E27FC236}">
                      <a16:creationId xmlns:a16="http://schemas.microsoft.com/office/drawing/2014/main" id="{AFC26E83-EFE9-A612-275F-786A071FCC9F}"/>
                    </a:ext>
                  </a:extLst>
                </p:cNvPr>
                <p:cNvPicPr/>
                <p:nvPr/>
              </p:nvPicPr>
              <p:blipFill>
                <a:blip r:embed="rId6"/>
                <a:stretch>
                  <a:fillRect/>
                </a:stretch>
              </p:blipFill>
              <p:spPr>
                <a:xfrm>
                  <a:off x="1731774" y="3331219"/>
                  <a:ext cx="1087086" cy="275723"/>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6953D4CF-CBE8-E5DE-FC2A-A28D4396C487}"/>
                    </a:ext>
                  </a:extLst>
                </p14:cNvPr>
                <p14:cNvContentPartPr/>
                <p14:nvPr/>
              </p14:nvContentPartPr>
              <p14:xfrm>
                <a:off x="3821461" y="3225555"/>
                <a:ext cx="599603" cy="20696"/>
              </p14:xfrm>
            </p:contentPart>
          </mc:Choice>
          <mc:Fallback xmlns="">
            <p:pic>
              <p:nvPicPr>
                <p:cNvPr id="4" name="Ink 3">
                  <a:extLst>
                    <a:ext uri="{FF2B5EF4-FFF2-40B4-BE49-F238E27FC236}">
                      <a16:creationId xmlns:a16="http://schemas.microsoft.com/office/drawing/2014/main" id="{6953D4CF-CBE8-E5DE-FC2A-A28D4396C487}"/>
                    </a:ext>
                  </a:extLst>
                </p:cNvPr>
                <p:cNvPicPr/>
                <p:nvPr/>
              </p:nvPicPr>
              <p:blipFill>
                <a:blip r:embed="rId8"/>
                <a:stretch>
                  <a:fillRect/>
                </a:stretch>
              </p:blipFill>
              <p:spPr>
                <a:xfrm>
                  <a:off x="3767475" y="3118507"/>
                  <a:ext cx="707215" cy="234436"/>
                </a:xfrm>
                <a:prstGeom prst="rect">
                  <a:avLst/>
                </a:prstGeom>
              </p:spPr>
            </p:pic>
          </mc:Fallback>
        </mc:AlternateContent>
      </p:grpSp>
      <p:sp>
        <p:nvSpPr>
          <p:cNvPr id="9" name="TextBox 8">
            <a:extLst>
              <a:ext uri="{FF2B5EF4-FFF2-40B4-BE49-F238E27FC236}">
                <a16:creationId xmlns:a16="http://schemas.microsoft.com/office/drawing/2014/main" id="{B2D5F9F1-6A54-767F-6A18-AC2150D02E68}"/>
              </a:ext>
            </a:extLst>
          </p:cNvPr>
          <p:cNvSpPr txBox="1"/>
          <p:nvPr/>
        </p:nvSpPr>
        <p:spPr>
          <a:xfrm>
            <a:off x="660083" y="4929266"/>
            <a:ext cx="8530680" cy="646331"/>
          </a:xfrm>
          <a:prstGeom prst="rect">
            <a:avLst/>
          </a:prstGeom>
          <a:noFill/>
        </p:spPr>
        <p:txBody>
          <a:bodyPr wrap="square">
            <a:spAutoFit/>
          </a:bodyPr>
          <a:lstStyle/>
          <a:p>
            <a:r>
              <a:rPr lang="en-US" dirty="0"/>
              <a:t>These tags tell you which class can be connected to that side of the object property.  </a:t>
            </a:r>
            <a:r>
              <a:rPr lang="en-US" b="1" dirty="0"/>
              <a:t>You can only connect the Object Property to the class(es) listed on the tag.   </a:t>
            </a:r>
          </a:p>
        </p:txBody>
      </p:sp>
      <p:sp>
        <p:nvSpPr>
          <p:cNvPr id="6" name="Slide Number Placeholder 5">
            <a:extLst>
              <a:ext uri="{FF2B5EF4-FFF2-40B4-BE49-F238E27FC236}">
                <a16:creationId xmlns:a16="http://schemas.microsoft.com/office/drawing/2014/main" id="{D9A346EA-4C9E-F2FE-7766-FABE3A50817A}"/>
              </a:ext>
            </a:extLst>
          </p:cNvPr>
          <p:cNvSpPr>
            <a:spLocks noGrp="1"/>
          </p:cNvSpPr>
          <p:nvPr>
            <p:ph type="sldNum" sz="quarter" idx="12"/>
          </p:nvPr>
        </p:nvSpPr>
        <p:spPr/>
        <p:txBody>
          <a:bodyPr/>
          <a:lstStyle/>
          <a:p>
            <a:fld id="{1D760CF6-B357-4382-8813-9BCD7C1E2176}" type="slidenum">
              <a:rPr lang="en-US" smtClean="0"/>
              <a:t>7</a:t>
            </a:fld>
            <a:endParaRPr lang="en-US"/>
          </a:p>
        </p:txBody>
      </p:sp>
    </p:spTree>
    <p:extLst>
      <p:ext uri="{BB962C8B-B14F-4D97-AF65-F5344CB8AC3E}">
        <p14:creationId xmlns:p14="http://schemas.microsoft.com/office/powerpoint/2010/main" val="3441599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08183-FDE3-6A1F-FF9F-312B066364FF}"/>
            </a:ext>
          </a:extLst>
        </p:cNvPr>
        <p:cNvGrpSpPr/>
        <p:nvPr/>
      </p:nvGrpSpPr>
      <p:grpSpPr>
        <a:xfrm>
          <a:off x="0" y="0"/>
          <a:ext cx="0" cy="0"/>
          <a:chOff x="0" y="0"/>
          <a:chExt cx="0" cy="0"/>
        </a:xfrm>
      </p:grpSpPr>
      <p:sp>
        <p:nvSpPr>
          <p:cNvPr id="7" name="Title 13">
            <a:extLst>
              <a:ext uri="{FF2B5EF4-FFF2-40B4-BE49-F238E27FC236}">
                <a16:creationId xmlns:a16="http://schemas.microsoft.com/office/drawing/2014/main" id="{B35321D2-9A24-ABC1-6ACF-31853E602549}"/>
              </a:ext>
            </a:extLst>
          </p:cNvPr>
          <p:cNvSpPr>
            <a:spLocks noGrp="1"/>
          </p:cNvSpPr>
          <p:nvPr>
            <p:ph type="title"/>
          </p:nvPr>
        </p:nvSpPr>
        <p:spPr>
          <a:xfrm>
            <a:off x="580346" y="642633"/>
            <a:ext cx="8281035" cy="1043881"/>
          </a:xfrm>
        </p:spPr>
        <p:txBody>
          <a:bodyPr>
            <a:noAutofit/>
          </a:bodyPr>
          <a:lstStyle/>
          <a:p>
            <a:r>
              <a:rPr lang="en-US" sz="4000" dirty="0"/>
              <a:t>Only Object Properties can connect classes.</a:t>
            </a:r>
          </a:p>
        </p:txBody>
      </p:sp>
      <p:sp>
        <p:nvSpPr>
          <p:cNvPr id="5" name="TextBox 4">
            <a:extLst>
              <a:ext uri="{FF2B5EF4-FFF2-40B4-BE49-F238E27FC236}">
                <a16:creationId xmlns:a16="http://schemas.microsoft.com/office/drawing/2014/main" id="{01042297-724D-DD50-AFEB-0557980F8B0D}"/>
              </a:ext>
            </a:extLst>
          </p:cNvPr>
          <p:cNvSpPr txBox="1"/>
          <p:nvPr/>
        </p:nvSpPr>
        <p:spPr>
          <a:xfrm>
            <a:off x="580346" y="1872185"/>
            <a:ext cx="8409466" cy="923330"/>
          </a:xfrm>
          <a:prstGeom prst="rect">
            <a:avLst/>
          </a:prstGeom>
          <a:noFill/>
        </p:spPr>
        <p:txBody>
          <a:bodyPr wrap="square">
            <a:spAutoFit/>
          </a:bodyPr>
          <a:lstStyle/>
          <a:p>
            <a:r>
              <a:rPr lang="en-US" dirty="0"/>
              <a:t>The pattern will alternate between class and object property and class and object property. You’ll never connect an object property to an object property or put a class next to a class.</a:t>
            </a:r>
          </a:p>
        </p:txBody>
      </p:sp>
      <p:pic>
        <p:nvPicPr>
          <p:cNvPr id="8" name="Picture 7">
            <a:extLst>
              <a:ext uri="{FF2B5EF4-FFF2-40B4-BE49-F238E27FC236}">
                <a16:creationId xmlns:a16="http://schemas.microsoft.com/office/drawing/2014/main" id="{AD38746D-D48A-35D7-5F81-F1EB4AD117D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225178" y="3173094"/>
            <a:ext cx="2792662" cy="1014346"/>
          </a:xfrm>
          <a:prstGeom prst="rect">
            <a:avLst/>
          </a:prstGeom>
        </p:spPr>
      </p:pic>
      <p:pic>
        <p:nvPicPr>
          <p:cNvPr id="3" name="Picture 2">
            <a:extLst>
              <a:ext uri="{FF2B5EF4-FFF2-40B4-BE49-F238E27FC236}">
                <a16:creationId xmlns:a16="http://schemas.microsoft.com/office/drawing/2014/main" id="{0D3A0411-08E4-E67A-2782-D5458C7CF530}"/>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06762" y="3113457"/>
            <a:ext cx="1564450" cy="1166524"/>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DFC69ECE-CB2D-B042-B12B-BE106F895318}"/>
                  </a:ext>
                  <a:ext uri="{C183D7F6-B498-43B3-948B-1728B52AA6E4}">
                    <adec:decorative xmlns:adec="http://schemas.microsoft.com/office/drawing/2017/decorative" val="1"/>
                  </a:ext>
                </a:extLst>
              </p14:cNvPr>
              <p14:cNvContentPartPr/>
              <p14:nvPr/>
            </p14:nvContentPartPr>
            <p14:xfrm>
              <a:off x="1328745" y="3853246"/>
              <a:ext cx="639923" cy="39822"/>
            </p14:xfrm>
          </p:contentPart>
        </mc:Choice>
        <mc:Fallback xmlns="">
          <p:pic>
            <p:nvPicPr>
              <p:cNvPr id="2" name="Ink 1">
                <a:extLst>
                  <a:ext uri="{FF2B5EF4-FFF2-40B4-BE49-F238E27FC236}">
                    <a16:creationId xmlns:a16="http://schemas.microsoft.com/office/drawing/2014/main" id="{DFC69ECE-CB2D-B042-B12B-BE106F895318}"/>
                  </a:ext>
                  <a:ext uri="{C183D7F6-B498-43B3-948B-1728B52AA6E4}">
                    <adec:decorative xmlns:adec="http://schemas.microsoft.com/office/drawing/2017/decorative" val="1"/>
                  </a:ext>
                </a:extLst>
              </p:cNvPr>
              <p:cNvPicPr/>
              <p:nvPr/>
            </p:nvPicPr>
            <p:blipFill>
              <a:blip r:embed="rId6"/>
              <a:stretch>
                <a:fillRect/>
              </a:stretch>
            </p:blipFill>
            <p:spPr>
              <a:xfrm>
                <a:off x="1274758" y="3745619"/>
                <a:ext cx="747537" cy="254717"/>
              </a:xfrm>
              <a:prstGeom prst="rect">
                <a:avLst/>
              </a:prstGeom>
            </p:spPr>
          </p:pic>
        </mc:Fallback>
      </mc:AlternateContent>
      <p:pic>
        <p:nvPicPr>
          <p:cNvPr id="6" name="Picture 5">
            <a:extLst>
              <a:ext uri="{FF2B5EF4-FFF2-40B4-BE49-F238E27FC236}">
                <a16:creationId xmlns:a16="http://schemas.microsoft.com/office/drawing/2014/main" id="{851AB843-5079-7EE4-95DF-2D90A0521DE6}"/>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071808" y="3212189"/>
            <a:ext cx="2591200" cy="936155"/>
          </a:xfrm>
          <a:prstGeom prst="rect">
            <a:avLst/>
          </a:prstGeom>
        </p:spPr>
      </p:pic>
      <p:pic>
        <p:nvPicPr>
          <p:cNvPr id="14" name="Picture 13">
            <a:extLst>
              <a:ext uri="{FF2B5EF4-FFF2-40B4-BE49-F238E27FC236}">
                <a16:creationId xmlns:a16="http://schemas.microsoft.com/office/drawing/2014/main" id="{9E3E9FF7-7060-1D5A-4A41-438D5F8FF803}"/>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79735" y="5350763"/>
            <a:ext cx="1196155" cy="891907"/>
          </a:xfrm>
          <a:prstGeom prst="rect">
            <a:avLst/>
          </a:prstGeom>
        </p:spPr>
      </p:pic>
      <p:pic>
        <p:nvPicPr>
          <p:cNvPr id="15" name="Picture 14">
            <a:extLst>
              <a:ext uri="{FF2B5EF4-FFF2-40B4-BE49-F238E27FC236}">
                <a16:creationId xmlns:a16="http://schemas.microsoft.com/office/drawing/2014/main" id="{A0C825B2-ED1C-79FD-D5C1-52DF7B184040}"/>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1675890" y="5463475"/>
            <a:ext cx="1883586" cy="680506"/>
          </a:xfrm>
          <a:prstGeom prst="rect">
            <a:avLst/>
          </a:prstGeom>
        </p:spPr>
      </p:pic>
      <p:sp>
        <p:nvSpPr>
          <p:cNvPr id="16" name="&quot;Not Allowed&quot; Symbol 15">
            <a:extLst>
              <a:ext uri="{FF2B5EF4-FFF2-40B4-BE49-F238E27FC236}">
                <a16:creationId xmlns:a16="http://schemas.microsoft.com/office/drawing/2014/main" id="{1A323E66-4B08-A262-F565-681885E4AA3D}"/>
              </a:ext>
              <a:ext uri="{C183D7F6-B498-43B3-948B-1728B52AA6E4}">
                <adec:decorative xmlns:adec="http://schemas.microsoft.com/office/drawing/2017/decorative" val="1"/>
              </a:ext>
            </a:extLst>
          </p:cNvPr>
          <p:cNvSpPr/>
          <p:nvPr/>
        </p:nvSpPr>
        <p:spPr>
          <a:xfrm>
            <a:off x="286939" y="4820903"/>
            <a:ext cx="3363458" cy="1968854"/>
          </a:xfrm>
          <a:prstGeom prst="noSmoking">
            <a:avLst>
              <a:gd name="adj" fmla="val 4856"/>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18">
              <a:solidFill>
                <a:schemeClr val="tx1"/>
              </a:solidFill>
            </a:endParaRPr>
          </a:p>
        </p:txBody>
      </p:sp>
      <p:pic>
        <p:nvPicPr>
          <p:cNvPr id="17" name="Picture 16">
            <a:extLst>
              <a:ext uri="{FF2B5EF4-FFF2-40B4-BE49-F238E27FC236}">
                <a16:creationId xmlns:a16="http://schemas.microsoft.com/office/drawing/2014/main" id="{18035148-2E03-E3C6-4F60-61888E0A7F4C}"/>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963327" y="5371872"/>
            <a:ext cx="2211219" cy="803849"/>
          </a:xfrm>
          <a:prstGeom prst="rect">
            <a:avLst/>
          </a:prstGeom>
        </p:spPr>
      </p:pic>
      <p:pic>
        <p:nvPicPr>
          <p:cNvPr id="18" name="Picture 17">
            <a:extLst>
              <a:ext uri="{FF2B5EF4-FFF2-40B4-BE49-F238E27FC236}">
                <a16:creationId xmlns:a16="http://schemas.microsoft.com/office/drawing/2014/main" id="{8A894E42-A9D1-04ED-2AD0-65D65BB1C47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715470" y="5350763"/>
            <a:ext cx="2329364" cy="846068"/>
          </a:xfrm>
          <a:prstGeom prst="rect">
            <a:avLst/>
          </a:prstGeom>
        </p:spPr>
      </p:pic>
      <p:sp>
        <p:nvSpPr>
          <p:cNvPr id="19" name="&quot;Not Allowed&quot; Symbol 18">
            <a:extLst>
              <a:ext uri="{FF2B5EF4-FFF2-40B4-BE49-F238E27FC236}">
                <a16:creationId xmlns:a16="http://schemas.microsoft.com/office/drawing/2014/main" id="{938889D5-F483-2E37-7B2F-DECC3449C4B7}"/>
              </a:ext>
              <a:ext uri="{C183D7F6-B498-43B3-948B-1728B52AA6E4}">
                <adec:decorative xmlns:adec="http://schemas.microsoft.com/office/drawing/2017/decorative" val="1"/>
              </a:ext>
            </a:extLst>
          </p:cNvPr>
          <p:cNvSpPr/>
          <p:nvPr/>
        </p:nvSpPr>
        <p:spPr>
          <a:xfrm>
            <a:off x="4580544" y="4820903"/>
            <a:ext cx="4749657" cy="1968854"/>
          </a:xfrm>
          <a:prstGeom prst="noSmoking">
            <a:avLst>
              <a:gd name="adj" fmla="val 4856"/>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18">
              <a:solidFill>
                <a:schemeClr val="tx1"/>
              </a:solidFill>
            </a:endParaRPr>
          </a:p>
        </p:txBody>
      </p:sp>
      <mc:AlternateContent xmlns:mc="http://schemas.openxmlformats.org/markup-compatibility/2006" xmlns:p14="http://schemas.microsoft.com/office/powerpoint/2010/main">
        <mc:Choice Requires="p14">
          <p:contentPart p14:bwMode="auto" r:id="rId9">
            <p14:nvContentPartPr>
              <p14:cNvPr id="20" name="Ink 19">
                <a:extLst>
                  <a:ext uri="{FF2B5EF4-FFF2-40B4-BE49-F238E27FC236}">
                    <a16:creationId xmlns:a16="http://schemas.microsoft.com/office/drawing/2014/main" id="{1BA2BC8A-3817-6CC3-1D59-85B21EE1C09A}"/>
                  </a:ext>
                  <a:ext uri="{C183D7F6-B498-43B3-948B-1728B52AA6E4}">
                    <adec:decorative xmlns:adec="http://schemas.microsoft.com/office/drawing/2017/decorative" val="1"/>
                  </a:ext>
                </a:extLst>
              </p14:cNvPr>
              <p14:cNvContentPartPr/>
              <p14:nvPr/>
            </p14:nvContentPartPr>
            <p14:xfrm>
              <a:off x="6358465" y="3970615"/>
              <a:ext cx="418730" cy="19278"/>
            </p14:xfrm>
          </p:contentPart>
        </mc:Choice>
        <mc:Fallback xmlns="">
          <p:pic>
            <p:nvPicPr>
              <p:cNvPr id="20" name="Ink 19">
                <a:extLst>
                  <a:ext uri="{FF2B5EF4-FFF2-40B4-BE49-F238E27FC236}">
                    <a16:creationId xmlns:a16="http://schemas.microsoft.com/office/drawing/2014/main" id="{1BA2BC8A-3817-6CC3-1D59-85B21EE1C09A}"/>
                  </a:ext>
                  <a:ext uri="{C183D7F6-B498-43B3-948B-1728B52AA6E4}">
                    <adec:decorative xmlns:adec="http://schemas.microsoft.com/office/drawing/2017/decorative" val="1"/>
                  </a:ext>
                </a:extLst>
              </p:cNvPr>
              <p:cNvPicPr/>
              <p:nvPr/>
            </p:nvPicPr>
            <p:blipFill>
              <a:blip r:embed="rId10"/>
              <a:stretch>
                <a:fillRect/>
              </a:stretch>
            </p:blipFill>
            <p:spPr>
              <a:xfrm>
                <a:off x="6304459" y="3863515"/>
                <a:ext cx="526383" cy="233121"/>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1" name="Ink 20">
                <a:extLst>
                  <a:ext uri="{FF2B5EF4-FFF2-40B4-BE49-F238E27FC236}">
                    <a16:creationId xmlns:a16="http://schemas.microsoft.com/office/drawing/2014/main" id="{EDC0E08E-FAED-394B-37CE-3AF596A22E34}"/>
                  </a:ext>
                  <a:ext uri="{C183D7F6-B498-43B3-948B-1728B52AA6E4}">
                    <adec:decorative xmlns:adec="http://schemas.microsoft.com/office/drawing/2017/decorative" val="1"/>
                  </a:ext>
                </a:extLst>
              </p14:cNvPr>
              <p14:cNvContentPartPr/>
              <p14:nvPr/>
            </p14:nvContentPartPr>
            <p14:xfrm>
              <a:off x="4618059" y="3743531"/>
              <a:ext cx="327726" cy="17294"/>
            </p14:xfrm>
          </p:contentPart>
        </mc:Choice>
        <mc:Fallback xmlns="">
          <p:pic>
            <p:nvPicPr>
              <p:cNvPr id="21" name="Ink 20">
                <a:extLst>
                  <a:ext uri="{FF2B5EF4-FFF2-40B4-BE49-F238E27FC236}">
                    <a16:creationId xmlns:a16="http://schemas.microsoft.com/office/drawing/2014/main" id="{EDC0E08E-FAED-394B-37CE-3AF596A22E34}"/>
                  </a:ext>
                  <a:ext uri="{C183D7F6-B498-43B3-948B-1728B52AA6E4}">
                    <adec:decorative xmlns:adec="http://schemas.microsoft.com/office/drawing/2017/decorative" val="1"/>
                  </a:ext>
                </a:extLst>
              </p:cNvPr>
              <p:cNvPicPr/>
              <p:nvPr/>
            </p:nvPicPr>
            <p:blipFill>
              <a:blip r:embed="rId12"/>
              <a:stretch>
                <a:fillRect/>
              </a:stretch>
            </p:blipFill>
            <p:spPr>
              <a:xfrm>
                <a:off x="4564098" y="3637649"/>
                <a:ext cx="435289" cy="228704"/>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2" name="Ink 21">
                <a:extLst>
                  <a:ext uri="{FF2B5EF4-FFF2-40B4-BE49-F238E27FC236}">
                    <a16:creationId xmlns:a16="http://schemas.microsoft.com/office/drawing/2014/main" id="{7186F527-7795-CC12-FCDE-E1BE642F9C93}"/>
                  </a:ext>
                  <a:ext uri="{C183D7F6-B498-43B3-948B-1728B52AA6E4}">
                    <adec:decorative xmlns:adec="http://schemas.microsoft.com/office/drawing/2017/decorative" val="1"/>
                  </a:ext>
                </a:extLst>
              </p14:cNvPr>
              <p14:cNvContentPartPr/>
              <p14:nvPr/>
            </p14:nvContentPartPr>
            <p14:xfrm>
              <a:off x="3842970" y="4025614"/>
              <a:ext cx="464373" cy="9639"/>
            </p14:xfrm>
          </p:contentPart>
        </mc:Choice>
        <mc:Fallback xmlns="">
          <p:pic>
            <p:nvPicPr>
              <p:cNvPr id="22" name="Ink 21">
                <a:extLst>
                  <a:ext uri="{FF2B5EF4-FFF2-40B4-BE49-F238E27FC236}">
                    <a16:creationId xmlns:a16="http://schemas.microsoft.com/office/drawing/2014/main" id="{7186F527-7795-CC12-FCDE-E1BE642F9C93}"/>
                  </a:ext>
                  <a:ext uri="{C183D7F6-B498-43B3-948B-1728B52AA6E4}">
                    <adec:decorative xmlns:adec="http://schemas.microsoft.com/office/drawing/2017/decorative" val="1"/>
                  </a:ext>
                </a:extLst>
              </p:cNvPr>
              <p:cNvPicPr/>
              <p:nvPr/>
            </p:nvPicPr>
            <p:blipFill>
              <a:blip r:embed="rId14"/>
              <a:stretch>
                <a:fillRect/>
              </a:stretch>
            </p:blipFill>
            <p:spPr>
              <a:xfrm>
                <a:off x="3788973" y="3918514"/>
                <a:ext cx="572007" cy="223482"/>
              </a:xfrm>
              <a:prstGeom prst="rect">
                <a:avLst/>
              </a:prstGeom>
            </p:spPr>
          </p:pic>
        </mc:Fallback>
      </mc:AlternateContent>
      <p:sp>
        <p:nvSpPr>
          <p:cNvPr id="23" name="TextBox 22">
            <a:extLst>
              <a:ext uri="{FF2B5EF4-FFF2-40B4-BE49-F238E27FC236}">
                <a16:creationId xmlns:a16="http://schemas.microsoft.com/office/drawing/2014/main" id="{A7A6A5B5-CA5E-D4B6-1EE9-EC3ADD0156AA}"/>
              </a:ext>
              <a:ext uri="{C183D7F6-B498-43B3-948B-1728B52AA6E4}">
                <adec:decorative xmlns:adec="http://schemas.microsoft.com/office/drawing/2017/decorative" val="1"/>
              </a:ext>
            </a:extLst>
          </p:cNvPr>
          <p:cNvSpPr txBox="1"/>
          <p:nvPr/>
        </p:nvSpPr>
        <p:spPr>
          <a:xfrm>
            <a:off x="7808170" y="2690867"/>
            <a:ext cx="1367259" cy="2031325"/>
          </a:xfrm>
          <a:prstGeom prst="rect">
            <a:avLst/>
          </a:prstGeom>
          <a:noFill/>
        </p:spPr>
        <p:txBody>
          <a:bodyPr wrap="square" rtlCol="0">
            <a:spAutoFit/>
          </a:bodyPr>
          <a:lstStyle/>
          <a:p>
            <a:r>
              <a:rPr lang="en-US" sz="12600" dirty="0">
                <a:solidFill>
                  <a:schemeClr val="accent6">
                    <a:lumMod val="50000"/>
                  </a:schemeClr>
                </a:solidFill>
                <a:sym typeface="Wingdings" panose="05000000000000000000" pitchFamily="2" charset="2"/>
              </a:rPr>
              <a:t></a:t>
            </a:r>
            <a:endParaRPr lang="en-US" sz="12600" dirty="0">
              <a:solidFill>
                <a:schemeClr val="accent6">
                  <a:lumMod val="50000"/>
                </a:schemeClr>
              </a:solidFill>
            </a:endParaRPr>
          </a:p>
        </p:txBody>
      </p:sp>
      <p:sp>
        <p:nvSpPr>
          <p:cNvPr id="4" name="Slide Number Placeholder 3">
            <a:extLst>
              <a:ext uri="{FF2B5EF4-FFF2-40B4-BE49-F238E27FC236}">
                <a16:creationId xmlns:a16="http://schemas.microsoft.com/office/drawing/2014/main" id="{9B1AE31E-2587-EA82-D3D0-1C8844F8F15B}"/>
              </a:ext>
            </a:extLst>
          </p:cNvPr>
          <p:cNvSpPr>
            <a:spLocks noGrp="1"/>
          </p:cNvSpPr>
          <p:nvPr>
            <p:ph type="sldNum" sz="quarter" idx="12"/>
          </p:nvPr>
        </p:nvSpPr>
        <p:spPr/>
        <p:txBody>
          <a:bodyPr/>
          <a:lstStyle/>
          <a:p>
            <a:fld id="{1D760CF6-B357-4382-8813-9BCD7C1E2176}" type="slidenum">
              <a:rPr lang="en-US" smtClean="0"/>
              <a:t>8</a:t>
            </a:fld>
            <a:endParaRPr lang="en-US"/>
          </a:p>
        </p:txBody>
      </p:sp>
    </p:spTree>
    <p:extLst>
      <p:ext uri="{BB962C8B-B14F-4D97-AF65-F5344CB8AC3E}">
        <p14:creationId xmlns:p14="http://schemas.microsoft.com/office/powerpoint/2010/main" val="1074103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FC991-5515-D2D7-834E-CED55B0C032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65B698B-E446-08A1-A792-DA23716A76F1}"/>
              </a:ext>
            </a:extLst>
          </p:cNvPr>
          <p:cNvSpPr>
            <a:spLocks noGrp="1"/>
          </p:cNvSpPr>
          <p:nvPr>
            <p:ph type="title"/>
          </p:nvPr>
        </p:nvSpPr>
        <p:spPr>
          <a:xfrm>
            <a:off x="673242" y="624144"/>
            <a:ext cx="7192999" cy="1413934"/>
          </a:xfrm>
        </p:spPr>
        <p:txBody>
          <a:bodyPr>
            <a:normAutofit/>
          </a:bodyPr>
          <a:lstStyle/>
          <a:p>
            <a:r>
              <a:rPr lang="en-US" sz="4000" dirty="0"/>
              <a:t>Each parent class will have multiple branches</a:t>
            </a:r>
          </a:p>
        </p:txBody>
      </p:sp>
      <p:grpSp>
        <p:nvGrpSpPr>
          <p:cNvPr id="2" name="Group 1" descr="Image shows the Assessment class having two branches of shapes coming off of it.  One branch starts with 'Has Assessment Identification System' and the other starts with 'Has Assessment Form'.">
            <a:extLst>
              <a:ext uri="{FF2B5EF4-FFF2-40B4-BE49-F238E27FC236}">
                <a16:creationId xmlns:a16="http://schemas.microsoft.com/office/drawing/2014/main" id="{A74DC9EA-C7AD-418B-61D9-34466699A611}"/>
              </a:ext>
            </a:extLst>
          </p:cNvPr>
          <p:cNvGrpSpPr/>
          <p:nvPr/>
        </p:nvGrpSpPr>
        <p:grpSpPr>
          <a:xfrm>
            <a:off x="216614" y="2284702"/>
            <a:ext cx="9202015" cy="3003761"/>
            <a:chOff x="216614" y="2284702"/>
            <a:chExt cx="9202015" cy="3003761"/>
          </a:xfrm>
        </p:grpSpPr>
        <p:pic>
          <p:nvPicPr>
            <p:cNvPr id="19" name="Picture 18" descr="A picture containing text&#10;&#10;AI-generated content may be incorrect.">
              <a:extLst>
                <a:ext uri="{FF2B5EF4-FFF2-40B4-BE49-F238E27FC236}">
                  <a16:creationId xmlns:a16="http://schemas.microsoft.com/office/drawing/2014/main" id="{C00E7BD8-017B-8C7B-7DFD-A47DDE5127C8}"/>
                </a:ext>
              </a:extLst>
            </p:cNvPr>
            <p:cNvPicPr>
              <a:picLocks noChangeAspect="1"/>
            </p:cNvPicPr>
            <p:nvPr/>
          </p:nvPicPr>
          <p:blipFill>
            <a:blip r:embed="rId3"/>
            <a:stretch>
              <a:fillRect/>
            </a:stretch>
          </p:blipFill>
          <p:spPr>
            <a:xfrm>
              <a:off x="7269764" y="3515824"/>
              <a:ext cx="2148865" cy="775611"/>
            </a:xfrm>
            <a:prstGeom prst="rect">
              <a:avLst/>
            </a:prstGeom>
          </p:spPr>
        </p:pic>
        <p:pic>
          <p:nvPicPr>
            <p:cNvPr id="20" name="Picture 19" descr="Text&#10;&#10;AI-generated content may be incorrect.">
              <a:extLst>
                <a:ext uri="{FF2B5EF4-FFF2-40B4-BE49-F238E27FC236}">
                  <a16:creationId xmlns:a16="http://schemas.microsoft.com/office/drawing/2014/main" id="{C124CA9F-9A85-3B08-3C42-7526E5F26F18}"/>
                </a:ext>
              </a:extLst>
            </p:cNvPr>
            <p:cNvPicPr>
              <a:picLocks noChangeAspect="1"/>
            </p:cNvPicPr>
            <p:nvPr/>
          </p:nvPicPr>
          <p:blipFill>
            <a:blip r:embed="rId4"/>
            <a:stretch>
              <a:fillRect/>
            </a:stretch>
          </p:blipFill>
          <p:spPr>
            <a:xfrm>
              <a:off x="216614" y="3028831"/>
              <a:ext cx="1926014" cy="1436122"/>
            </a:xfrm>
            <a:prstGeom prst="rect">
              <a:avLst/>
            </a:prstGeom>
          </p:spPr>
        </p:pic>
        <p:pic>
          <p:nvPicPr>
            <p:cNvPr id="21" name="Picture 20" descr="Graphical user interface, text, application&#10;&#10;AI-generated content may be incorrect.">
              <a:extLst>
                <a:ext uri="{FF2B5EF4-FFF2-40B4-BE49-F238E27FC236}">
                  <a16:creationId xmlns:a16="http://schemas.microsoft.com/office/drawing/2014/main" id="{FA279887-6E84-9AF6-C6BB-76FB9006A7EA}"/>
                </a:ext>
              </a:extLst>
            </p:cNvPr>
            <p:cNvPicPr>
              <a:picLocks noChangeAspect="1"/>
            </p:cNvPicPr>
            <p:nvPr/>
          </p:nvPicPr>
          <p:blipFill>
            <a:blip r:embed="rId5"/>
            <a:stretch>
              <a:fillRect/>
            </a:stretch>
          </p:blipFill>
          <p:spPr>
            <a:xfrm>
              <a:off x="3871011" y="2284702"/>
              <a:ext cx="2605310" cy="941252"/>
            </a:xfrm>
            <a:prstGeom prst="rect">
              <a:avLst/>
            </a:prstGeom>
          </p:spPr>
        </p:pic>
        <p:pic>
          <p:nvPicPr>
            <p:cNvPr id="22" name="Picture 21" descr="Graphical user interface, text, application&#10;&#10;AI-generated content may be incorrect.">
              <a:extLst>
                <a:ext uri="{FF2B5EF4-FFF2-40B4-BE49-F238E27FC236}">
                  <a16:creationId xmlns:a16="http://schemas.microsoft.com/office/drawing/2014/main" id="{B3CA6E70-E4FF-F1A2-FEA0-70475B148198}"/>
                </a:ext>
              </a:extLst>
            </p:cNvPr>
            <p:cNvPicPr>
              <a:picLocks noChangeAspect="1"/>
            </p:cNvPicPr>
            <p:nvPr/>
          </p:nvPicPr>
          <p:blipFill>
            <a:blip r:embed="rId6"/>
            <a:stretch>
              <a:fillRect/>
            </a:stretch>
          </p:blipFill>
          <p:spPr>
            <a:xfrm>
              <a:off x="3698706" y="4459263"/>
              <a:ext cx="2287350" cy="829200"/>
            </a:xfrm>
            <a:prstGeom prst="rect">
              <a:avLst/>
            </a:prstGeom>
          </p:spPr>
        </p:pic>
        <p:pic>
          <p:nvPicPr>
            <p:cNvPr id="23" name="Picture 22" descr="Text&#10;&#10;AI-generated content may be incorrect.">
              <a:extLst>
                <a:ext uri="{FF2B5EF4-FFF2-40B4-BE49-F238E27FC236}">
                  <a16:creationId xmlns:a16="http://schemas.microsoft.com/office/drawing/2014/main" id="{FBF15E7C-6133-EF99-3F21-2165DF5A206B}"/>
                </a:ext>
              </a:extLst>
            </p:cNvPr>
            <p:cNvPicPr>
              <a:picLocks noChangeAspect="1"/>
            </p:cNvPicPr>
            <p:nvPr/>
          </p:nvPicPr>
          <p:blipFill>
            <a:blip r:embed="rId7"/>
            <a:stretch>
              <a:fillRect/>
            </a:stretch>
          </p:blipFill>
          <p:spPr>
            <a:xfrm rot="20642104">
              <a:off x="2020538" y="2589159"/>
              <a:ext cx="2073485" cy="753128"/>
            </a:xfrm>
            <a:prstGeom prst="rect">
              <a:avLst/>
            </a:prstGeom>
          </p:spPr>
        </p:pic>
        <p:pic>
          <p:nvPicPr>
            <p:cNvPr id="24" name="Picture 23" descr="Text&#10;&#10;AI-generated content may be incorrect.">
              <a:extLst>
                <a:ext uri="{FF2B5EF4-FFF2-40B4-BE49-F238E27FC236}">
                  <a16:creationId xmlns:a16="http://schemas.microsoft.com/office/drawing/2014/main" id="{97506A5F-787A-29FB-9923-86F5BD4F7240}"/>
                </a:ext>
              </a:extLst>
            </p:cNvPr>
            <p:cNvPicPr>
              <a:picLocks noChangeAspect="1"/>
            </p:cNvPicPr>
            <p:nvPr/>
          </p:nvPicPr>
          <p:blipFill>
            <a:blip r:embed="rId8"/>
            <a:stretch>
              <a:fillRect/>
            </a:stretch>
          </p:blipFill>
          <p:spPr>
            <a:xfrm rot="1298908">
              <a:off x="1896380" y="4260387"/>
              <a:ext cx="2211219" cy="803849"/>
            </a:xfrm>
            <a:prstGeom prst="rect">
              <a:avLst/>
            </a:prstGeom>
          </p:spPr>
        </p:pic>
        <p:pic>
          <p:nvPicPr>
            <p:cNvPr id="25" name="Picture 24" descr="Text&#10;&#10;AI-generated content may be incorrect.">
              <a:extLst>
                <a:ext uri="{FF2B5EF4-FFF2-40B4-BE49-F238E27FC236}">
                  <a16:creationId xmlns:a16="http://schemas.microsoft.com/office/drawing/2014/main" id="{FFE72D2A-9217-28C2-7339-5DE24EAA71F7}"/>
                </a:ext>
              </a:extLst>
            </p:cNvPr>
            <p:cNvPicPr>
              <a:picLocks noChangeAspect="1"/>
            </p:cNvPicPr>
            <p:nvPr/>
          </p:nvPicPr>
          <p:blipFill>
            <a:blip r:embed="rId9"/>
            <a:stretch>
              <a:fillRect/>
            </a:stretch>
          </p:blipFill>
          <p:spPr>
            <a:xfrm rot="20377783">
              <a:off x="5588465" y="4203003"/>
              <a:ext cx="1977621" cy="705321"/>
            </a:xfrm>
            <a:prstGeom prst="rect">
              <a:avLst/>
            </a:prstGeom>
          </p:spPr>
        </p:pic>
      </p:grpSp>
      <p:sp>
        <p:nvSpPr>
          <p:cNvPr id="6" name="TextBox 5">
            <a:extLst>
              <a:ext uri="{FF2B5EF4-FFF2-40B4-BE49-F238E27FC236}">
                <a16:creationId xmlns:a16="http://schemas.microsoft.com/office/drawing/2014/main" id="{C401E99D-AD09-6228-ED1E-B3AB8D905BEE}"/>
              </a:ext>
            </a:extLst>
          </p:cNvPr>
          <p:cNvSpPr txBox="1"/>
          <p:nvPr/>
        </p:nvSpPr>
        <p:spPr>
          <a:xfrm>
            <a:off x="630213" y="5846076"/>
            <a:ext cx="8340773" cy="923330"/>
          </a:xfrm>
          <a:prstGeom prst="rect">
            <a:avLst/>
          </a:prstGeom>
          <a:noFill/>
        </p:spPr>
        <p:txBody>
          <a:bodyPr wrap="square">
            <a:spAutoFit/>
          </a:bodyPr>
          <a:lstStyle/>
          <a:p>
            <a:r>
              <a:rPr lang="en-US" dirty="0"/>
              <a:t>Each parent class will have 3 or 4 branches.   It doesn’t matter which branch you start with or which is on top.  What matters is seeing how object properties act as the links between the classes. </a:t>
            </a:r>
          </a:p>
        </p:txBody>
      </p:sp>
      <p:sp>
        <p:nvSpPr>
          <p:cNvPr id="3" name="Slide Number Placeholder 2">
            <a:extLst>
              <a:ext uri="{FF2B5EF4-FFF2-40B4-BE49-F238E27FC236}">
                <a16:creationId xmlns:a16="http://schemas.microsoft.com/office/drawing/2014/main" id="{F16B6527-7FE2-45B3-AC98-94407BC7CBF9}"/>
              </a:ext>
            </a:extLst>
          </p:cNvPr>
          <p:cNvSpPr>
            <a:spLocks noGrp="1"/>
          </p:cNvSpPr>
          <p:nvPr>
            <p:ph type="sldNum" sz="quarter" idx="12"/>
          </p:nvPr>
        </p:nvSpPr>
        <p:spPr/>
        <p:txBody>
          <a:bodyPr/>
          <a:lstStyle/>
          <a:p>
            <a:fld id="{1D760CF6-B357-4382-8813-9BCD7C1E2176}" type="slidenum">
              <a:rPr lang="en-US" smtClean="0"/>
              <a:t>9</a:t>
            </a:fld>
            <a:endParaRPr lang="en-US"/>
          </a:p>
        </p:txBody>
      </p:sp>
    </p:spTree>
    <p:extLst>
      <p:ext uri="{BB962C8B-B14F-4D97-AF65-F5344CB8AC3E}">
        <p14:creationId xmlns:p14="http://schemas.microsoft.com/office/powerpoint/2010/main" val="517473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B4FA1-9D5D-0D7C-DFEA-F0A9B2184CEB}"/>
            </a:ext>
          </a:extLst>
        </p:cNvPr>
        <p:cNvGrpSpPr/>
        <p:nvPr/>
      </p:nvGrpSpPr>
      <p:grpSpPr>
        <a:xfrm>
          <a:off x="0" y="0"/>
          <a:ext cx="0" cy="0"/>
          <a:chOff x="0" y="0"/>
          <a:chExt cx="0" cy="0"/>
        </a:xfrm>
      </p:grpSpPr>
      <p:sp>
        <p:nvSpPr>
          <p:cNvPr id="8" name="Title 3">
            <a:extLst>
              <a:ext uri="{FF2B5EF4-FFF2-40B4-BE49-F238E27FC236}">
                <a16:creationId xmlns:a16="http://schemas.microsoft.com/office/drawing/2014/main" id="{A45FEB4F-49E1-1EB3-84DF-FBCE913F023D}"/>
              </a:ext>
            </a:extLst>
          </p:cNvPr>
          <p:cNvSpPr>
            <a:spLocks noGrp="1"/>
          </p:cNvSpPr>
          <p:nvPr>
            <p:ph type="title"/>
          </p:nvPr>
        </p:nvSpPr>
        <p:spPr>
          <a:xfrm>
            <a:off x="660083" y="487559"/>
            <a:ext cx="8785131" cy="893543"/>
          </a:xfrm>
        </p:spPr>
        <p:txBody>
          <a:bodyPr>
            <a:noAutofit/>
          </a:bodyPr>
          <a:lstStyle/>
          <a:p>
            <a:r>
              <a:rPr lang="en-US" sz="4000" dirty="0"/>
              <a:t>Branches will vary in size and complexity.</a:t>
            </a:r>
          </a:p>
        </p:txBody>
      </p:sp>
      <p:sp>
        <p:nvSpPr>
          <p:cNvPr id="5" name="TextBox 4">
            <a:extLst>
              <a:ext uri="{FF2B5EF4-FFF2-40B4-BE49-F238E27FC236}">
                <a16:creationId xmlns:a16="http://schemas.microsoft.com/office/drawing/2014/main" id="{2717C77B-D44A-D397-052C-6930BB1BBBC5}"/>
              </a:ext>
            </a:extLst>
          </p:cNvPr>
          <p:cNvSpPr txBox="1"/>
          <p:nvPr/>
        </p:nvSpPr>
        <p:spPr>
          <a:xfrm>
            <a:off x="660083" y="1406300"/>
            <a:ext cx="8451644" cy="646331"/>
          </a:xfrm>
          <a:prstGeom prst="rect">
            <a:avLst/>
          </a:prstGeom>
          <a:noFill/>
        </p:spPr>
        <p:txBody>
          <a:bodyPr wrap="square">
            <a:spAutoFit/>
          </a:bodyPr>
          <a:lstStyle/>
          <a:p>
            <a:r>
              <a:rPr lang="en-US" dirty="0"/>
              <a:t>Branches will be of different lengths, and some branches will have sub-branches.  All the shapes on the slide should be used by the end. </a:t>
            </a:r>
          </a:p>
        </p:txBody>
      </p:sp>
      <p:grpSp>
        <p:nvGrpSpPr>
          <p:cNvPr id="3" name="Group 2">
            <a:extLst>
              <a:ext uri="{FF2B5EF4-FFF2-40B4-BE49-F238E27FC236}">
                <a16:creationId xmlns:a16="http://schemas.microsoft.com/office/drawing/2014/main" id="{806D5B2D-DE6B-8EDD-C2D4-956E197AF175}"/>
              </a:ext>
              <a:ext uri="{C183D7F6-B498-43B3-948B-1728B52AA6E4}">
                <adec:decorative xmlns:adec="http://schemas.microsoft.com/office/drawing/2017/decorative" val="1"/>
              </a:ext>
            </a:extLst>
          </p:cNvPr>
          <p:cNvGrpSpPr/>
          <p:nvPr/>
        </p:nvGrpSpPr>
        <p:grpSpPr>
          <a:xfrm>
            <a:off x="888975" y="2416762"/>
            <a:ext cx="5959634" cy="4059067"/>
            <a:chOff x="1157657" y="451872"/>
            <a:chExt cx="5959634" cy="4059067"/>
          </a:xfrm>
        </p:grpSpPr>
        <p:pic>
          <p:nvPicPr>
            <p:cNvPr id="6" name="Picture 5" descr="Diagram&#10;&#10;AI-generated content may be incorrect.">
              <a:extLst>
                <a:ext uri="{FF2B5EF4-FFF2-40B4-BE49-F238E27FC236}">
                  <a16:creationId xmlns:a16="http://schemas.microsoft.com/office/drawing/2014/main" id="{3D84712B-6FC1-0020-DCB8-1533AA0CF413}"/>
                </a:ext>
              </a:extLst>
            </p:cNvPr>
            <p:cNvPicPr>
              <a:picLocks noChangeAspect="1"/>
            </p:cNvPicPr>
            <p:nvPr/>
          </p:nvPicPr>
          <p:blipFill>
            <a:blip r:embed="rId3">
              <a:extLst>
                <a:ext uri="{BEBA8EAE-BF5A-486C-A8C5-ECC9F3942E4B}">
                  <a14:imgProps xmlns:a14="http://schemas.microsoft.com/office/drawing/2010/main">
                    <a14:imgLayer r:embed="rId4">
                      <a14:imgEffect>
                        <a14:artisticBlur radius="4"/>
                      </a14:imgEffect>
                    </a14:imgLayer>
                  </a14:imgProps>
                </a:ext>
              </a:extLst>
            </a:blip>
            <a:srcRect l="3249" t="56569"/>
            <a:stretch>
              <a:fillRect/>
            </a:stretch>
          </p:blipFill>
          <p:spPr>
            <a:xfrm flipV="1">
              <a:off x="1195443" y="451872"/>
              <a:ext cx="5921848" cy="1477470"/>
            </a:xfrm>
            <a:prstGeom prst="rect">
              <a:avLst/>
            </a:prstGeom>
          </p:spPr>
        </p:pic>
        <p:pic>
          <p:nvPicPr>
            <p:cNvPr id="7" name="Picture 6" descr="Diagram&#10;&#10;AI-generated content may be incorrect.">
              <a:extLst>
                <a:ext uri="{FF2B5EF4-FFF2-40B4-BE49-F238E27FC236}">
                  <a16:creationId xmlns:a16="http://schemas.microsoft.com/office/drawing/2014/main" id="{58D7ABF8-5C47-88EC-E828-E6BDF697853D}"/>
                </a:ext>
              </a:extLst>
            </p:cNvPr>
            <p:cNvPicPr>
              <a:picLocks noChangeAspect="1"/>
            </p:cNvPicPr>
            <p:nvPr/>
          </p:nvPicPr>
          <p:blipFill>
            <a:blip r:embed="rId5">
              <a:extLst>
                <a:ext uri="{BEBA8EAE-BF5A-486C-A8C5-ECC9F3942E4B}">
                  <a14:imgProps xmlns:a14="http://schemas.microsoft.com/office/drawing/2010/main">
                    <a14:imgLayer r:embed="rId6">
                      <a14:imgEffect>
                        <a14:artisticBlur radius="4"/>
                      </a14:imgEffect>
                    </a14:imgLayer>
                  </a14:imgProps>
                </a:ext>
              </a:extLst>
            </a:blip>
            <a:srcRect l="1170" t="23992" b="8301"/>
            <a:stretch>
              <a:fillRect/>
            </a:stretch>
          </p:blipFill>
          <p:spPr>
            <a:xfrm flipV="1">
              <a:off x="1157657" y="1800017"/>
              <a:ext cx="5959633" cy="2710922"/>
            </a:xfrm>
            <a:prstGeom prst="rect">
              <a:avLst/>
            </a:prstGeom>
          </p:spPr>
        </p:pic>
        <p:cxnSp>
          <p:nvCxnSpPr>
            <p:cNvPr id="13" name="Straight Connector 12">
              <a:extLst>
                <a:ext uri="{FF2B5EF4-FFF2-40B4-BE49-F238E27FC236}">
                  <a16:creationId xmlns:a16="http://schemas.microsoft.com/office/drawing/2014/main" id="{F853AFAF-2328-955C-AD22-848D2E03C83B}"/>
                </a:ext>
              </a:extLst>
            </p:cNvPr>
            <p:cNvCxnSpPr>
              <a:cxnSpLocks/>
            </p:cNvCxnSpPr>
            <p:nvPr/>
          </p:nvCxnSpPr>
          <p:spPr>
            <a:xfrm>
              <a:off x="1195442" y="2034230"/>
              <a:ext cx="827591" cy="0"/>
            </a:xfrm>
            <a:prstGeom prst="line">
              <a:avLst/>
            </a:prstGeom>
            <a:ln w="2540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AEB78209-6FEB-2FC5-AAE7-9A3BA48CB93C}"/>
                </a:ext>
              </a:extLst>
            </p:cNvPr>
            <p:cNvCxnSpPr>
              <a:cxnSpLocks/>
            </p:cNvCxnSpPr>
            <p:nvPr/>
          </p:nvCxnSpPr>
          <p:spPr>
            <a:xfrm flipV="1">
              <a:off x="1835390" y="1742127"/>
              <a:ext cx="541503" cy="57890"/>
            </a:xfrm>
            <a:prstGeom prst="line">
              <a:avLst/>
            </a:prstGeom>
            <a:ln w="254000">
              <a:solidFill>
                <a:schemeClr val="bg1"/>
              </a:solidFill>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89E3D617-2930-378D-2D05-2C35C9565909}"/>
                </a:ext>
              </a:extLst>
            </p:cNvPr>
            <p:cNvSpPr/>
            <p:nvPr/>
          </p:nvSpPr>
          <p:spPr>
            <a:xfrm>
              <a:off x="2055652" y="1449687"/>
              <a:ext cx="2533023" cy="51476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18"/>
            </a:p>
          </p:txBody>
        </p:sp>
        <p:sp>
          <p:nvSpPr>
            <p:cNvPr id="31" name="Rectangle 30">
              <a:extLst>
                <a:ext uri="{FF2B5EF4-FFF2-40B4-BE49-F238E27FC236}">
                  <a16:creationId xmlns:a16="http://schemas.microsoft.com/office/drawing/2014/main" id="{A7517A44-032E-005E-4371-4FA555C85C1F}"/>
                </a:ext>
              </a:extLst>
            </p:cNvPr>
            <p:cNvSpPr/>
            <p:nvPr/>
          </p:nvSpPr>
          <p:spPr>
            <a:xfrm>
              <a:off x="5537499" y="2034231"/>
              <a:ext cx="957296" cy="385669"/>
            </a:xfrm>
            <a:prstGeom prst="rect">
              <a:avLst/>
            </a:prstGeom>
            <a:solidFill>
              <a:schemeClr val="bg1">
                <a:alpha val="69804"/>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18"/>
            </a:p>
          </p:txBody>
        </p:sp>
        <p:sp>
          <p:nvSpPr>
            <p:cNvPr id="32" name="Rectangle 31">
              <a:extLst>
                <a:ext uri="{FF2B5EF4-FFF2-40B4-BE49-F238E27FC236}">
                  <a16:creationId xmlns:a16="http://schemas.microsoft.com/office/drawing/2014/main" id="{A6FFD2AC-A337-EC5B-6E1F-3A220EC50CA2}"/>
                </a:ext>
              </a:extLst>
            </p:cNvPr>
            <p:cNvSpPr/>
            <p:nvPr/>
          </p:nvSpPr>
          <p:spPr>
            <a:xfrm>
              <a:off x="5394893" y="2653855"/>
              <a:ext cx="1099902" cy="385669"/>
            </a:xfrm>
            <a:prstGeom prst="rect">
              <a:avLst/>
            </a:prstGeom>
            <a:solidFill>
              <a:schemeClr val="bg1">
                <a:alpha val="69804"/>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18"/>
            </a:p>
          </p:txBody>
        </p:sp>
        <p:sp>
          <p:nvSpPr>
            <p:cNvPr id="33" name="Rectangle 32">
              <a:extLst>
                <a:ext uri="{FF2B5EF4-FFF2-40B4-BE49-F238E27FC236}">
                  <a16:creationId xmlns:a16="http://schemas.microsoft.com/office/drawing/2014/main" id="{C0D72DBF-DA68-834E-54C0-B45DDE18D0CD}"/>
                </a:ext>
              </a:extLst>
            </p:cNvPr>
            <p:cNvSpPr/>
            <p:nvPr/>
          </p:nvSpPr>
          <p:spPr>
            <a:xfrm>
              <a:off x="5801137" y="3916730"/>
              <a:ext cx="957296" cy="385669"/>
            </a:xfrm>
            <a:prstGeom prst="rect">
              <a:avLst/>
            </a:prstGeom>
            <a:solidFill>
              <a:schemeClr val="bg1">
                <a:alpha val="69804"/>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18"/>
            </a:p>
          </p:txBody>
        </p:sp>
        <p:sp>
          <p:nvSpPr>
            <p:cNvPr id="34" name="Rectangle 33">
              <a:extLst>
                <a:ext uri="{FF2B5EF4-FFF2-40B4-BE49-F238E27FC236}">
                  <a16:creationId xmlns:a16="http://schemas.microsoft.com/office/drawing/2014/main" id="{696EFF69-DAEE-F58D-51CF-A94078B66FE9}"/>
                </a:ext>
              </a:extLst>
            </p:cNvPr>
            <p:cNvSpPr/>
            <p:nvPr/>
          </p:nvSpPr>
          <p:spPr>
            <a:xfrm>
              <a:off x="3433617" y="2344532"/>
              <a:ext cx="822814" cy="385669"/>
            </a:xfrm>
            <a:prstGeom prst="rect">
              <a:avLst/>
            </a:prstGeom>
            <a:solidFill>
              <a:schemeClr val="bg1">
                <a:alpha val="69804"/>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18"/>
            </a:p>
          </p:txBody>
        </p:sp>
        <p:sp>
          <p:nvSpPr>
            <p:cNvPr id="35" name="Rectangle 34">
              <a:extLst>
                <a:ext uri="{FF2B5EF4-FFF2-40B4-BE49-F238E27FC236}">
                  <a16:creationId xmlns:a16="http://schemas.microsoft.com/office/drawing/2014/main" id="{6A59198F-BBB6-2B3F-2F15-A91075CE7BD7}"/>
                </a:ext>
              </a:extLst>
            </p:cNvPr>
            <p:cNvSpPr/>
            <p:nvPr/>
          </p:nvSpPr>
          <p:spPr>
            <a:xfrm>
              <a:off x="3299135" y="3181769"/>
              <a:ext cx="957296" cy="385669"/>
            </a:xfrm>
            <a:prstGeom prst="rect">
              <a:avLst/>
            </a:prstGeom>
            <a:solidFill>
              <a:schemeClr val="bg1">
                <a:alpha val="69804"/>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18"/>
            </a:p>
          </p:txBody>
        </p:sp>
        <p:sp>
          <p:nvSpPr>
            <p:cNvPr id="36" name="Rectangle 35">
              <a:extLst>
                <a:ext uri="{FF2B5EF4-FFF2-40B4-BE49-F238E27FC236}">
                  <a16:creationId xmlns:a16="http://schemas.microsoft.com/office/drawing/2014/main" id="{998D5E6F-5FE9-3633-BBB1-97992990E127}"/>
                </a:ext>
              </a:extLst>
            </p:cNvPr>
            <p:cNvSpPr/>
            <p:nvPr/>
          </p:nvSpPr>
          <p:spPr>
            <a:xfrm>
              <a:off x="3366376" y="3874214"/>
              <a:ext cx="714000" cy="385669"/>
            </a:xfrm>
            <a:prstGeom prst="rect">
              <a:avLst/>
            </a:prstGeom>
            <a:solidFill>
              <a:schemeClr val="bg1">
                <a:alpha val="69804"/>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18"/>
            </a:p>
          </p:txBody>
        </p:sp>
        <p:sp>
          <p:nvSpPr>
            <p:cNvPr id="37" name="Rectangle 36">
              <a:extLst>
                <a:ext uri="{FF2B5EF4-FFF2-40B4-BE49-F238E27FC236}">
                  <a16:creationId xmlns:a16="http://schemas.microsoft.com/office/drawing/2014/main" id="{B7FA7BC3-4B99-C61D-4546-5AB778BD9DFB}"/>
                </a:ext>
              </a:extLst>
            </p:cNvPr>
            <p:cNvSpPr/>
            <p:nvPr/>
          </p:nvSpPr>
          <p:spPr>
            <a:xfrm>
              <a:off x="6159994" y="1209958"/>
              <a:ext cx="792270" cy="339804"/>
            </a:xfrm>
            <a:prstGeom prst="rect">
              <a:avLst/>
            </a:prstGeom>
            <a:solidFill>
              <a:schemeClr val="bg1">
                <a:alpha val="69804"/>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18"/>
            </a:p>
          </p:txBody>
        </p:sp>
        <p:sp>
          <p:nvSpPr>
            <p:cNvPr id="38" name="Rectangle 37">
              <a:extLst>
                <a:ext uri="{FF2B5EF4-FFF2-40B4-BE49-F238E27FC236}">
                  <a16:creationId xmlns:a16="http://schemas.microsoft.com/office/drawing/2014/main" id="{9688B484-FB36-31EB-DA82-F75755BA59D1}"/>
                </a:ext>
              </a:extLst>
            </p:cNvPr>
            <p:cNvSpPr/>
            <p:nvPr/>
          </p:nvSpPr>
          <p:spPr>
            <a:xfrm>
              <a:off x="6197779" y="578521"/>
              <a:ext cx="754485" cy="222275"/>
            </a:xfrm>
            <a:prstGeom prst="rect">
              <a:avLst/>
            </a:prstGeom>
            <a:solidFill>
              <a:schemeClr val="bg1">
                <a:alpha val="69804"/>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18"/>
            </a:p>
          </p:txBody>
        </p:sp>
        <p:sp>
          <p:nvSpPr>
            <p:cNvPr id="39" name="Rectangle 38">
              <a:extLst>
                <a:ext uri="{FF2B5EF4-FFF2-40B4-BE49-F238E27FC236}">
                  <a16:creationId xmlns:a16="http://schemas.microsoft.com/office/drawing/2014/main" id="{D70924DC-6E4E-68EF-F550-7EA5038FFC09}"/>
                </a:ext>
              </a:extLst>
            </p:cNvPr>
            <p:cNvSpPr/>
            <p:nvPr/>
          </p:nvSpPr>
          <p:spPr>
            <a:xfrm>
              <a:off x="4172801" y="888852"/>
              <a:ext cx="957296" cy="385669"/>
            </a:xfrm>
            <a:prstGeom prst="rect">
              <a:avLst/>
            </a:prstGeom>
            <a:solidFill>
              <a:schemeClr val="bg1">
                <a:alpha val="69804"/>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18"/>
            </a:p>
          </p:txBody>
        </p:sp>
        <p:sp>
          <p:nvSpPr>
            <p:cNvPr id="40" name="Rectangle 39">
              <a:extLst>
                <a:ext uri="{FF2B5EF4-FFF2-40B4-BE49-F238E27FC236}">
                  <a16:creationId xmlns:a16="http://schemas.microsoft.com/office/drawing/2014/main" id="{B87C22EF-41A7-C4FE-2A81-0DF2B2BAD99E}"/>
                </a:ext>
              </a:extLst>
            </p:cNvPr>
            <p:cNvSpPr/>
            <p:nvPr/>
          </p:nvSpPr>
          <p:spPr>
            <a:xfrm>
              <a:off x="2241774" y="835560"/>
              <a:ext cx="584798" cy="374398"/>
            </a:xfrm>
            <a:prstGeom prst="rect">
              <a:avLst/>
            </a:prstGeom>
            <a:solidFill>
              <a:schemeClr val="bg1">
                <a:alpha val="69804"/>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18"/>
            </a:p>
          </p:txBody>
        </p:sp>
        <p:sp>
          <p:nvSpPr>
            <p:cNvPr id="41" name="Rectangle 40">
              <a:extLst>
                <a:ext uri="{FF2B5EF4-FFF2-40B4-BE49-F238E27FC236}">
                  <a16:creationId xmlns:a16="http://schemas.microsoft.com/office/drawing/2014/main" id="{E26F7115-3D10-8019-3DD8-C6D7AB226889}"/>
                </a:ext>
              </a:extLst>
            </p:cNvPr>
            <p:cNvSpPr/>
            <p:nvPr/>
          </p:nvSpPr>
          <p:spPr>
            <a:xfrm>
              <a:off x="1214038" y="3488543"/>
              <a:ext cx="808995" cy="42818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18"/>
            </a:p>
          </p:txBody>
        </p:sp>
        <p:sp>
          <p:nvSpPr>
            <p:cNvPr id="10" name="Rectangle 9">
              <a:extLst>
                <a:ext uri="{FF2B5EF4-FFF2-40B4-BE49-F238E27FC236}">
                  <a16:creationId xmlns:a16="http://schemas.microsoft.com/office/drawing/2014/main" id="{A427D233-A331-BEAD-694A-507C65EC9FBF}"/>
                </a:ext>
              </a:extLst>
            </p:cNvPr>
            <p:cNvSpPr/>
            <p:nvPr/>
          </p:nvSpPr>
          <p:spPr>
            <a:xfrm>
              <a:off x="1200580" y="1615097"/>
              <a:ext cx="822814" cy="2895841"/>
            </a:xfrm>
            <a:prstGeom prst="rect">
              <a:avLst/>
            </a:prstGeom>
            <a:noFill/>
            <a:ln w="127000">
              <a:solidFill>
                <a:srgbClr val="A1A1E8"/>
              </a:solidFill>
            </a:ln>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18"/>
            </a:p>
          </p:txBody>
        </p:sp>
        <p:sp>
          <p:nvSpPr>
            <p:cNvPr id="42" name="TextBox 41">
              <a:extLst>
                <a:ext uri="{FF2B5EF4-FFF2-40B4-BE49-F238E27FC236}">
                  <a16:creationId xmlns:a16="http://schemas.microsoft.com/office/drawing/2014/main" id="{0C2E03BB-1741-1C0A-7B29-2E8DE929B37C}"/>
                </a:ext>
              </a:extLst>
            </p:cNvPr>
            <p:cNvSpPr txBox="1"/>
            <p:nvPr/>
          </p:nvSpPr>
          <p:spPr>
            <a:xfrm>
              <a:off x="1270164" y="1989652"/>
              <a:ext cx="812802" cy="528734"/>
            </a:xfrm>
            <a:prstGeom prst="rect">
              <a:avLst/>
            </a:prstGeom>
            <a:noFill/>
          </p:spPr>
          <p:txBody>
            <a:bodyPr wrap="square" rtlCol="0">
              <a:spAutoFit/>
            </a:bodyPr>
            <a:lstStyle/>
            <a:p>
              <a:r>
                <a:rPr lang="en-US" sz="1418" dirty="0"/>
                <a:t>Parent Class</a:t>
              </a:r>
            </a:p>
          </p:txBody>
        </p:sp>
      </p:grpSp>
      <p:sp>
        <p:nvSpPr>
          <p:cNvPr id="2" name="Slide Number Placeholder 1">
            <a:extLst>
              <a:ext uri="{FF2B5EF4-FFF2-40B4-BE49-F238E27FC236}">
                <a16:creationId xmlns:a16="http://schemas.microsoft.com/office/drawing/2014/main" id="{FD5A5150-2B07-CAD0-C97D-91B47813FE5E}"/>
              </a:ext>
            </a:extLst>
          </p:cNvPr>
          <p:cNvSpPr>
            <a:spLocks noGrp="1"/>
          </p:cNvSpPr>
          <p:nvPr>
            <p:ph type="sldNum" sz="quarter" idx="12"/>
          </p:nvPr>
        </p:nvSpPr>
        <p:spPr/>
        <p:txBody>
          <a:bodyPr/>
          <a:lstStyle/>
          <a:p>
            <a:fld id="{1D760CF6-B357-4382-8813-9BCD7C1E2176}" type="slidenum">
              <a:rPr lang="en-US" smtClean="0"/>
              <a:t>10</a:t>
            </a:fld>
            <a:endParaRPr lang="en-US"/>
          </a:p>
        </p:txBody>
      </p:sp>
    </p:spTree>
    <p:extLst>
      <p:ext uri="{BB962C8B-B14F-4D97-AF65-F5344CB8AC3E}">
        <p14:creationId xmlns:p14="http://schemas.microsoft.com/office/powerpoint/2010/main" val="24875340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89C0F9-EDCF-B702-037C-CF352A7C3A84}"/>
            </a:ext>
          </a:extLst>
        </p:cNvPr>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8798" cy="7315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A79207F2-D32F-67E2-7706-C8EFB21F017E}"/>
              </a:ext>
              <a:ext uri="{C183D7F6-B498-43B3-948B-1728B52AA6E4}">
                <adec:decorative xmlns:adec="http://schemas.microsoft.com/office/drawing/2017/decorative" val="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a:fillRect/>
          </a:stretch>
        </p:blipFill>
        <p:spPr bwMode="auto">
          <a:xfrm>
            <a:off x="1986356" y="0"/>
            <a:ext cx="7614844" cy="7315190"/>
          </a:xfrm>
          <a:prstGeom prst="rect">
            <a:avLst/>
          </a:prstGeom>
          <a:noFill/>
          <a:extLst>
            <a:ext uri="{909E8E84-426E-40DD-AFC4-6F175D3DCCD1}">
              <a14:hiddenFill xmlns:a14="http://schemas.microsoft.com/office/drawing/2010/main">
                <a:solidFill>
                  <a:srgbClr val="FFFFFF"/>
                </a:solidFill>
              </a14:hiddenFill>
            </a:ext>
          </a:extLst>
        </p:spPr>
      </p:pic>
      <p:sp>
        <p:nvSpPr>
          <p:cNvPr id="1033" name="Rectangle 1032">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565245" cy="73152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2B6570CA-7776-4320-1696-0B000FDFF0CA}"/>
              </a:ext>
            </a:extLst>
          </p:cNvPr>
          <p:cNvSpPr txBox="1">
            <a:spLocks/>
          </p:cNvSpPr>
          <p:nvPr/>
        </p:nvSpPr>
        <p:spPr>
          <a:xfrm>
            <a:off x="421835" y="846664"/>
            <a:ext cx="2232326" cy="1397726"/>
          </a:xfrm>
          <a:prstGeom prst="rect">
            <a:avLst/>
          </a:prstGeom>
          <a:noFill/>
        </p:spPr>
        <p:txBody>
          <a:bodyPr vert="horz" lIns="91440" tIns="45720" rIns="91440" bIns="45720" rtlCol="0">
            <a:normAutofit/>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pPr defTabSz="914400">
              <a:spcBef>
                <a:spcPts val="1000"/>
              </a:spcBef>
            </a:pPr>
            <a:r>
              <a:rPr lang="en-US" sz="4000" b="1" dirty="0">
                <a:latin typeface="+mn-lt"/>
                <a:ea typeface="+mn-ea"/>
                <a:cs typeface="+mn-cs"/>
              </a:rPr>
              <a:t>Ready to begin?</a:t>
            </a:r>
          </a:p>
        </p:txBody>
      </p:sp>
      <p:sp>
        <p:nvSpPr>
          <p:cNvPr id="9" name="Title 1">
            <a:extLst>
              <a:ext uri="{FF2B5EF4-FFF2-40B4-BE49-F238E27FC236}">
                <a16:creationId xmlns:a16="http://schemas.microsoft.com/office/drawing/2014/main" id="{89FE0DFC-93E8-6F46-B9E7-7C65493A0F56}"/>
              </a:ext>
            </a:extLst>
          </p:cNvPr>
          <p:cNvSpPr>
            <a:spLocks noGrp="1"/>
          </p:cNvSpPr>
          <p:nvPr>
            <p:ph type="title"/>
          </p:nvPr>
        </p:nvSpPr>
        <p:spPr>
          <a:xfrm>
            <a:off x="421836" y="2244390"/>
            <a:ext cx="2830816" cy="3938163"/>
          </a:xfrm>
          <a:noFill/>
        </p:spPr>
        <p:txBody>
          <a:bodyPr vert="horz" lIns="91440" tIns="45720" rIns="91440" bIns="45720" rtlCol="0" anchor="b">
            <a:normAutofit/>
          </a:bodyPr>
          <a:lstStyle/>
          <a:p>
            <a:pPr defTabSz="914400"/>
            <a:r>
              <a:rPr lang="en-US" sz="2000" dirty="0"/>
              <a:t>Slide 12 is related to </a:t>
            </a:r>
            <a:r>
              <a:rPr lang="en-US" sz="2000" b="1" dirty="0"/>
              <a:t>COURSE</a:t>
            </a:r>
            <a:r>
              <a:rPr lang="en-US" sz="2000" dirty="0"/>
              <a:t> data.</a:t>
            </a:r>
            <a:br>
              <a:rPr lang="en-US" sz="2000" dirty="0"/>
            </a:br>
            <a:br>
              <a:rPr lang="en-US" sz="2000" dirty="0"/>
            </a:br>
            <a:r>
              <a:rPr lang="en-US" sz="2000" dirty="0"/>
              <a:t>Slide 13 is related to </a:t>
            </a:r>
            <a:r>
              <a:rPr lang="en-US" sz="2000" b="1" dirty="0"/>
              <a:t>ORGANIZATION</a:t>
            </a:r>
            <a:r>
              <a:rPr lang="en-US" sz="2000" dirty="0"/>
              <a:t> data.  </a:t>
            </a:r>
            <a:br>
              <a:rPr lang="en-US" sz="2000" dirty="0"/>
            </a:br>
            <a:br>
              <a:rPr lang="en-US" sz="2000" dirty="0"/>
            </a:br>
            <a:r>
              <a:rPr lang="en-US" sz="2000" dirty="0"/>
              <a:t>Slide 14 is related to  </a:t>
            </a:r>
            <a:r>
              <a:rPr lang="en-US" sz="2000" b="1" dirty="0"/>
              <a:t>PERSON</a:t>
            </a:r>
            <a:r>
              <a:rPr lang="en-US" sz="2000" dirty="0"/>
              <a:t> data. </a:t>
            </a:r>
            <a:br>
              <a:rPr lang="en-US" sz="2000" dirty="0"/>
            </a:br>
            <a:br>
              <a:rPr lang="en-US" sz="2000" dirty="0"/>
            </a:br>
            <a:r>
              <a:rPr lang="en-US" sz="2000" dirty="0"/>
              <a:t>You may choose which one(s) to do.</a:t>
            </a:r>
            <a:br>
              <a:rPr lang="en-US" sz="2000" dirty="0"/>
            </a:br>
            <a:br>
              <a:rPr lang="en-US" sz="2000" dirty="0"/>
            </a:br>
            <a:r>
              <a:rPr lang="en-US" sz="2000" b="1" dirty="0"/>
              <a:t>The answer keys are located on slides 16-18</a:t>
            </a:r>
          </a:p>
        </p:txBody>
      </p:sp>
      <p:sp>
        <p:nvSpPr>
          <p:cNvPr id="2" name="Slide Number Placeholder 1">
            <a:extLst>
              <a:ext uri="{FF2B5EF4-FFF2-40B4-BE49-F238E27FC236}">
                <a16:creationId xmlns:a16="http://schemas.microsoft.com/office/drawing/2014/main" id="{A4CEACFB-1CBB-14D4-52A9-504F8521F039}"/>
              </a:ext>
            </a:extLst>
          </p:cNvPr>
          <p:cNvSpPr>
            <a:spLocks noGrp="1"/>
          </p:cNvSpPr>
          <p:nvPr>
            <p:ph type="sldNum" sz="quarter" idx="12"/>
          </p:nvPr>
        </p:nvSpPr>
        <p:spPr/>
        <p:txBody>
          <a:bodyPr/>
          <a:lstStyle/>
          <a:p>
            <a:fld id="{1D760CF6-B357-4382-8813-9BCD7C1E2176}" type="slidenum">
              <a:rPr lang="en-US" smtClean="0">
                <a:solidFill>
                  <a:schemeClr val="bg1"/>
                </a:solidFill>
              </a:rPr>
              <a:t>11</a:t>
            </a:fld>
            <a:endParaRPr lang="en-US" dirty="0">
              <a:solidFill>
                <a:schemeClr val="bg1"/>
              </a:solidFill>
            </a:endParaRPr>
          </a:p>
        </p:txBody>
      </p:sp>
    </p:spTree>
    <p:extLst>
      <p:ext uri="{BB962C8B-B14F-4D97-AF65-F5344CB8AC3E}">
        <p14:creationId xmlns:p14="http://schemas.microsoft.com/office/powerpoint/2010/main" val="2210993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E97C4-CC03-002E-3A75-867EEDA08CA4}"/>
            </a:ext>
          </a:extLst>
        </p:cNvPr>
        <p:cNvGrpSpPr/>
        <p:nvPr/>
      </p:nvGrpSpPr>
      <p:grpSpPr>
        <a:xfrm>
          <a:off x="0" y="0"/>
          <a:ext cx="0" cy="0"/>
          <a:chOff x="0" y="0"/>
          <a:chExt cx="0" cy="0"/>
        </a:xfrm>
      </p:grpSpPr>
      <p:sp>
        <p:nvSpPr>
          <p:cNvPr id="2" name="Title 1" descr="Course Section&#10;Class C200074&#10;">
            <a:extLst>
              <a:ext uri="{FF2B5EF4-FFF2-40B4-BE49-F238E27FC236}">
                <a16:creationId xmlns:a16="http://schemas.microsoft.com/office/drawing/2014/main" id="{EFD93D0E-09B9-8BB1-2182-7D3BC39B049B}"/>
              </a:ext>
            </a:extLst>
          </p:cNvPr>
          <p:cNvSpPr>
            <a:spLocks noGrp="1"/>
          </p:cNvSpPr>
          <p:nvPr>
            <p:ph type="title" idx="4294967295"/>
          </p:nvPr>
        </p:nvSpPr>
        <p:spPr>
          <a:xfrm>
            <a:off x="322765" y="445667"/>
            <a:ext cx="1151033" cy="6400800"/>
          </a:xfrm>
          <a:prstGeom prst="rect">
            <a:avLst/>
          </a:prstGeom>
          <a:noFill/>
          <a:ln w="19050" cap="flat" cmpd="sng" algn="ctr">
            <a:solidFill>
              <a:srgbClr val="3333CC"/>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90" b="1" i="0" u="none" strike="noStrike" kern="1200" cap="none" spc="0" normalizeH="0" baseline="0" noProof="0" dirty="0">
              <a:ln>
                <a:noFill/>
              </a:ln>
              <a:solidFill>
                <a:srgbClr val="3333CC"/>
              </a:solidFill>
              <a:effectLst/>
              <a:uLnTx/>
              <a:uFillTx/>
              <a:latin typeface="+mn-lt"/>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90" b="1" i="0" u="none" strike="noStrike" kern="1200" cap="none" spc="0" normalizeH="0" baseline="0" noProof="0" dirty="0">
              <a:ln>
                <a:noFill/>
              </a:ln>
              <a:solidFill>
                <a:srgbClr val="3333CC"/>
              </a:solidFill>
              <a:effectLst/>
              <a:uLnTx/>
              <a:uFillTx/>
              <a:latin typeface="+mn-lt"/>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90" b="1" i="0" u="none" strike="noStrike" kern="1200" cap="none" spc="0" normalizeH="0" baseline="0" noProof="0" dirty="0">
                <a:ln>
                  <a:noFill/>
                </a:ln>
                <a:solidFill>
                  <a:srgbClr val="3333CC"/>
                </a:solidFill>
                <a:effectLst/>
                <a:uLnTx/>
                <a:uFillTx/>
                <a:latin typeface="+mn-lt"/>
                <a:ea typeface="+mn-ea"/>
                <a:cs typeface="+mn-cs"/>
              </a:rPr>
              <a:t>Course Section</a:t>
            </a:r>
            <a:endParaRPr kumimoji="0" lang="en-US" sz="1575" b="1" i="0" u="none" strike="noStrike" kern="1200" cap="none" spc="0" normalizeH="0" baseline="0" noProof="0" dirty="0">
              <a:ln>
                <a:noFill/>
              </a:ln>
              <a:solidFill>
                <a:srgbClr val="3333CC"/>
              </a:solidFill>
              <a:effectLst/>
              <a:uLnTx/>
              <a:uFillTx/>
              <a:latin typeface="+mn-lt"/>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45" b="0" i="0" u="none" strike="noStrike" kern="1200" cap="none" spc="0" normalizeH="0" baseline="0" noProof="0" dirty="0">
                <a:ln>
                  <a:noFill/>
                </a:ln>
                <a:solidFill>
                  <a:srgbClr val="3333CC"/>
                </a:solidFill>
                <a:effectLst/>
                <a:uLnTx/>
                <a:uFillTx/>
                <a:latin typeface="+mn-lt"/>
                <a:ea typeface="+mn-ea"/>
                <a:cs typeface="+mn-cs"/>
              </a:rPr>
              <a:t>Class </a:t>
            </a:r>
            <a:r>
              <a:rPr kumimoji="0" lang="en-US" sz="1000" b="0" i="0" u="none" strike="noStrike" kern="1200" cap="none" spc="0" normalizeH="0" baseline="0" noProof="0" dirty="0">
                <a:ln>
                  <a:noFill/>
                </a:ln>
                <a:solidFill>
                  <a:srgbClr val="3333CC"/>
                </a:solidFill>
                <a:effectLst/>
                <a:uLnTx/>
                <a:uFillTx/>
                <a:latin typeface="+mn-lt"/>
                <a:ea typeface="+mn-ea"/>
                <a:cs typeface="+mn-cs"/>
              </a:rPr>
              <a:t>C200074</a:t>
            </a:r>
            <a:endParaRPr kumimoji="0" lang="en-US" sz="945" b="0" i="0" u="none" strike="noStrike" kern="1200" cap="none" spc="0" normalizeH="0" baseline="0" noProof="0" dirty="0">
              <a:ln>
                <a:noFill/>
              </a:ln>
              <a:solidFill>
                <a:srgbClr val="3333CC"/>
              </a:solidFill>
              <a:effectLst/>
              <a:uLnTx/>
              <a:uFillTx/>
              <a:latin typeface="+mn-lt"/>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45" b="0" i="0" u="none" strike="noStrike" kern="1200" cap="none" spc="0" normalizeH="0" baseline="0" noProof="0" dirty="0">
              <a:ln>
                <a:noFill/>
              </a:ln>
              <a:solidFill>
                <a:srgbClr val="3333CC"/>
              </a:solidFill>
              <a:effectLst/>
              <a:uLnTx/>
              <a:uFillTx/>
              <a:latin typeface="+mn-lt"/>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45" b="0" i="0" u="none" strike="noStrike" kern="1200" cap="none" spc="0" normalizeH="0" baseline="0" noProof="0" dirty="0">
              <a:ln>
                <a:noFill/>
              </a:ln>
              <a:solidFill>
                <a:srgbClr val="3333CC"/>
              </a:solidFill>
              <a:effectLst/>
              <a:uLnTx/>
              <a:uFillTx/>
              <a:latin typeface="+mn-lt"/>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45" b="0" i="0" u="none" strike="noStrike" kern="1200" cap="none" spc="0" normalizeH="0" baseline="0" noProof="0" dirty="0">
              <a:ln>
                <a:noFill/>
              </a:ln>
              <a:solidFill>
                <a:srgbClr val="3333CC"/>
              </a:solidFill>
              <a:effectLst/>
              <a:uLnTx/>
              <a:uFillTx/>
              <a:latin typeface="+mn-lt"/>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45" b="0" i="0" u="none" strike="noStrike" kern="1200" cap="none" spc="0" normalizeH="0" baseline="0" noProof="0" dirty="0">
              <a:ln>
                <a:noFill/>
              </a:ln>
              <a:solidFill>
                <a:srgbClr val="3333CC"/>
              </a:solidFill>
              <a:effectLst/>
              <a:uLnTx/>
              <a:uFillTx/>
              <a:latin typeface="+mn-lt"/>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45" b="0" i="0" u="none" strike="noStrike" kern="1200" cap="none" spc="0" normalizeH="0" baseline="0" noProof="0" dirty="0">
              <a:ln>
                <a:noFill/>
              </a:ln>
              <a:solidFill>
                <a:srgbClr val="3333CC"/>
              </a:solidFill>
              <a:effectLst/>
              <a:uLnTx/>
              <a:uFillTx/>
              <a:latin typeface="+mn-lt"/>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45" b="0" i="0" u="none" strike="noStrike" kern="1200" cap="none" spc="0" normalizeH="0" baseline="0" noProof="0" dirty="0">
              <a:ln>
                <a:noFill/>
              </a:ln>
              <a:solidFill>
                <a:srgbClr val="3333CC"/>
              </a:solidFill>
              <a:effectLst/>
              <a:uLnTx/>
              <a:uFillTx/>
              <a:latin typeface="+mn-lt"/>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45" b="0" i="0" u="none" strike="noStrike" kern="1200" cap="none" spc="0" normalizeH="0" baseline="0" noProof="0" dirty="0">
              <a:ln>
                <a:noFill/>
              </a:ln>
              <a:solidFill>
                <a:srgbClr val="3333CC"/>
              </a:solidFill>
              <a:effectLst/>
              <a:uLnTx/>
              <a:uFillTx/>
              <a:latin typeface="+mn-lt"/>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45" b="0" i="0" u="none" strike="noStrike" kern="1200" cap="none" spc="0" normalizeH="0" baseline="0" noProof="0" dirty="0">
              <a:ln>
                <a:noFill/>
              </a:ln>
              <a:solidFill>
                <a:srgbClr val="3333CC"/>
              </a:solidFill>
              <a:effectLst/>
              <a:uLnTx/>
              <a:uFillTx/>
              <a:latin typeface="+mn-lt"/>
              <a:ea typeface="+mn-ea"/>
              <a:cs typeface="+mn-cs"/>
            </a:endParaRPr>
          </a:p>
        </p:txBody>
      </p:sp>
      <p:pic>
        <p:nvPicPr>
          <p:cNvPr id="45" name="Picture 44" descr="Course Level Type&#10;Concept Scheme C001312&#10;">
            <a:extLst>
              <a:ext uri="{FF2B5EF4-FFF2-40B4-BE49-F238E27FC236}">
                <a16:creationId xmlns:a16="http://schemas.microsoft.com/office/drawing/2014/main" id="{AC3AD658-CC7F-A93B-B31F-05C67FD00C8C}"/>
              </a:ext>
            </a:extLst>
          </p:cNvPr>
          <p:cNvPicPr>
            <a:picLocks noChangeAspect="1"/>
          </p:cNvPicPr>
          <p:nvPr/>
        </p:nvPicPr>
        <p:blipFill>
          <a:blip r:embed="rId2"/>
          <a:srcRect t="52395"/>
          <a:stretch>
            <a:fillRect/>
          </a:stretch>
        </p:blipFill>
        <p:spPr>
          <a:xfrm>
            <a:off x="7184459" y="3757444"/>
            <a:ext cx="2093976" cy="742784"/>
          </a:xfrm>
          <a:prstGeom prst="rect">
            <a:avLst/>
          </a:prstGeom>
        </p:spPr>
      </p:pic>
      <p:pic>
        <p:nvPicPr>
          <p:cNvPr id="44" name="Picture 43" descr="Course Section Level&#10;Class C200076&#10;">
            <a:extLst>
              <a:ext uri="{FF2B5EF4-FFF2-40B4-BE49-F238E27FC236}">
                <a16:creationId xmlns:a16="http://schemas.microsoft.com/office/drawing/2014/main" id="{73766D6B-286E-D118-9E60-A594BF97CB20}"/>
              </a:ext>
            </a:extLst>
          </p:cNvPr>
          <p:cNvPicPr>
            <a:picLocks noChangeAspect="1"/>
          </p:cNvPicPr>
          <p:nvPr/>
        </p:nvPicPr>
        <p:blipFill>
          <a:blip r:embed="rId3"/>
          <a:srcRect t="50742"/>
          <a:stretch>
            <a:fillRect/>
          </a:stretch>
        </p:blipFill>
        <p:spPr>
          <a:xfrm>
            <a:off x="7184459" y="1982918"/>
            <a:ext cx="2093976" cy="782803"/>
          </a:xfrm>
          <a:prstGeom prst="rect">
            <a:avLst/>
          </a:prstGeom>
        </p:spPr>
      </p:pic>
      <p:pic>
        <p:nvPicPr>
          <p:cNvPr id="43" name="Picture 42" descr="Virtual Indicator&#10;Concept Scheme C001160&#10;">
            <a:extLst>
              <a:ext uri="{FF2B5EF4-FFF2-40B4-BE49-F238E27FC236}">
                <a16:creationId xmlns:a16="http://schemas.microsoft.com/office/drawing/2014/main" id="{456EBFB0-0DCE-C8CD-67BB-349DE79C3DB8}"/>
              </a:ext>
            </a:extLst>
          </p:cNvPr>
          <p:cNvPicPr>
            <a:picLocks noChangeAspect="1"/>
          </p:cNvPicPr>
          <p:nvPr/>
        </p:nvPicPr>
        <p:blipFill>
          <a:blip r:embed="rId4"/>
          <a:srcRect t="48036"/>
          <a:stretch>
            <a:fillRect/>
          </a:stretch>
        </p:blipFill>
        <p:spPr>
          <a:xfrm>
            <a:off x="7184459" y="6347313"/>
            <a:ext cx="2093976" cy="781007"/>
          </a:xfrm>
          <a:prstGeom prst="rect">
            <a:avLst/>
          </a:prstGeom>
        </p:spPr>
      </p:pic>
      <p:pic>
        <p:nvPicPr>
          <p:cNvPr id="42" name="Picture 41" descr="ISO6392 Language Code&#10;Concept Scheme C000317&#10;">
            <a:extLst>
              <a:ext uri="{FF2B5EF4-FFF2-40B4-BE49-F238E27FC236}">
                <a16:creationId xmlns:a16="http://schemas.microsoft.com/office/drawing/2014/main" id="{9497BA36-8CE2-3B6B-F8E4-E7C8E1721887}"/>
              </a:ext>
            </a:extLst>
          </p:cNvPr>
          <p:cNvPicPr>
            <a:picLocks noChangeAspect="1"/>
          </p:cNvPicPr>
          <p:nvPr/>
        </p:nvPicPr>
        <p:blipFill>
          <a:blip r:embed="rId5"/>
          <a:srcRect t="50544"/>
          <a:stretch>
            <a:fillRect/>
          </a:stretch>
        </p:blipFill>
        <p:spPr>
          <a:xfrm>
            <a:off x="7184459" y="4611605"/>
            <a:ext cx="2093976" cy="777888"/>
          </a:xfrm>
          <a:prstGeom prst="rect">
            <a:avLst/>
          </a:prstGeom>
        </p:spPr>
      </p:pic>
      <p:pic>
        <p:nvPicPr>
          <p:cNvPr id="41" name="Picture 40" descr="SCED Course Code&#10;Concept Scheme C001517&#10;">
            <a:extLst>
              <a:ext uri="{FF2B5EF4-FFF2-40B4-BE49-F238E27FC236}">
                <a16:creationId xmlns:a16="http://schemas.microsoft.com/office/drawing/2014/main" id="{E2D5E8EC-21BC-5CC3-B821-0A6E3C0EB7E4}"/>
              </a:ext>
            </a:extLst>
          </p:cNvPr>
          <p:cNvPicPr>
            <a:picLocks noChangeAspect="1"/>
          </p:cNvPicPr>
          <p:nvPr/>
        </p:nvPicPr>
        <p:blipFill>
          <a:blip r:embed="rId6"/>
          <a:srcRect t="53231"/>
          <a:stretch>
            <a:fillRect/>
          </a:stretch>
        </p:blipFill>
        <p:spPr>
          <a:xfrm>
            <a:off x="7184459" y="5500870"/>
            <a:ext cx="2093976" cy="735065"/>
          </a:xfrm>
          <a:prstGeom prst="rect">
            <a:avLst/>
          </a:prstGeom>
        </p:spPr>
      </p:pic>
      <p:pic>
        <p:nvPicPr>
          <p:cNvPr id="40" name="Picture 39" descr="Career and Technical Course​&#10;Class C200090​">
            <a:extLst>
              <a:ext uri="{FF2B5EF4-FFF2-40B4-BE49-F238E27FC236}">
                <a16:creationId xmlns:a16="http://schemas.microsoft.com/office/drawing/2014/main" id="{AB75B872-021B-5D7E-75A4-840518C27F65}"/>
              </a:ext>
            </a:extLst>
          </p:cNvPr>
          <p:cNvPicPr>
            <a:picLocks noChangeAspect="1"/>
          </p:cNvPicPr>
          <p:nvPr/>
        </p:nvPicPr>
        <p:blipFill>
          <a:blip r:embed="rId7"/>
          <a:srcRect t="52695"/>
          <a:stretch>
            <a:fillRect/>
          </a:stretch>
        </p:blipFill>
        <p:spPr>
          <a:xfrm>
            <a:off x="7184459" y="265214"/>
            <a:ext cx="2093976" cy="745193"/>
          </a:xfrm>
          <a:prstGeom prst="rect">
            <a:avLst/>
          </a:prstGeom>
        </p:spPr>
      </p:pic>
      <p:pic>
        <p:nvPicPr>
          <p:cNvPr id="39" name="Picture 38" descr="Course Level Characteristic​&#10;Concept Scheme C000061​">
            <a:extLst>
              <a:ext uri="{FF2B5EF4-FFF2-40B4-BE49-F238E27FC236}">
                <a16:creationId xmlns:a16="http://schemas.microsoft.com/office/drawing/2014/main" id="{941C351B-8C1B-AFA8-71A0-00B5D9353E50}"/>
              </a:ext>
            </a:extLst>
          </p:cNvPr>
          <p:cNvPicPr>
            <a:picLocks noChangeAspect="1"/>
          </p:cNvPicPr>
          <p:nvPr/>
        </p:nvPicPr>
        <p:blipFill>
          <a:blip r:embed="rId8"/>
          <a:srcRect t="51241"/>
          <a:stretch>
            <a:fillRect/>
          </a:stretch>
        </p:blipFill>
        <p:spPr>
          <a:xfrm>
            <a:off x="7184459" y="2877098"/>
            <a:ext cx="2093976" cy="768969"/>
          </a:xfrm>
          <a:prstGeom prst="rect">
            <a:avLst/>
          </a:prstGeom>
        </p:spPr>
      </p:pic>
      <p:pic>
        <p:nvPicPr>
          <p:cNvPr id="7" name="Picture 6" descr="Course​&#10;Class C200072​">
            <a:extLst>
              <a:ext uri="{FF2B5EF4-FFF2-40B4-BE49-F238E27FC236}">
                <a16:creationId xmlns:a16="http://schemas.microsoft.com/office/drawing/2014/main" id="{7D5C698D-6342-3987-654D-09BCE38D9A3D}"/>
              </a:ext>
            </a:extLst>
          </p:cNvPr>
          <p:cNvPicPr>
            <a:picLocks noChangeAspect="1"/>
          </p:cNvPicPr>
          <p:nvPr/>
        </p:nvPicPr>
        <p:blipFill>
          <a:blip r:embed="rId9"/>
          <a:srcRect t="52423"/>
          <a:stretch>
            <a:fillRect/>
          </a:stretch>
        </p:blipFill>
        <p:spPr>
          <a:xfrm>
            <a:off x="7184459" y="1121784"/>
            <a:ext cx="2093976" cy="749757"/>
          </a:xfrm>
          <a:prstGeom prst="rect">
            <a:avLst/>
          </a:prstGeom>
        </p:spPr>
      </p:pic>
      <p:pic>
        <p:nvPicPr>
          <p:cNvPr id="11" name="Picture 10" descr="Has Course Level Characteristic​&#10;Object Property P000061​&#10;includesDomain C200072​&#10;includesRange C000061​">
            <a:extLst>
              <a:ext uri="{FF2B5EF4-FFF2-40B4-BE49-F238E27FC236}">
                <a16:creationId xmlns:a16="http://schemas.microsoft.com/office/drawing/2014/main" id="{4C85E328-57AD-2896-055B-FAB84565F401}"/>
              </a:ext>
            </a:extLst>
          </p:cNvPr>
          <p:cNvPicPr>
            <a:picLocks noChangeAspect="1"/>
          </p:cNvPicPr>
          <p:nvPr/>
        </p:nvPicPr>
        <p:blipFill>
          <a:blip r:embed="rId8">
            <a:clrChange>
              <a:clrFrom>
                <a:srgbClr val="FFFFFF"/>
              </a:clrFrom>
              <a:clrTo>
                <a:srgbClr val="FFFFFF">
                  <a:alpha val="0"/>
                </a:srgbClr>
              </a:clrTo>
            </a:clrChange>
          </a:blip>
          <a:srcRect b="52791"/>
          <a:stretch>
            <a:fillRect/>
          </a:stretch>
        </p:blipFill>
        <p:spPr>
          <a:xfrm>
            <a:off x="4770679" y="2080794"/>
            <a:ext cx="2057376" cy="731520"/>
          </a:xfrm>
          <a:prstGeom prst="rect">
            <a:avLst/>
          </a:prstGeom>
        </p:spPr>
      </p:pic>
      <p:pic>
        <p:nvPicPr>
          <p:cNvPr id="15" name="Picture 14" descr="Has Career and Technical Course​&#10;Object Property P600443​&#10;includesDomain C200072​&#10;includesRange C200090​">
            <a:extLst>
              <a:ext uri="{FF2B5EF4-FFF2-40B4-BE49-F238E27FC236}">
                <a16:creationId xmlns:a16="http://schemas.microsoft.com/office/drawing/2014/main" id="{EA7CA7DD-F64E-5B66-2FEE-943F839AC421}"/>
              </a:ext>
            </a:extLst>
          </p:cNvPr>
          <p:cNvPicPr>
            <a:picLocks noChangeAspect="1"/>
          </p:cNvPicPr>
          <p:nvPr/>
        </p:nvPicPr>
        <p:blipFill>
          <a:blip r:embed="rId7">
            <a:clrChange>
              <a:clrFrom>
                <a:srgbClr val="FFFFFF"/>
              </a:clrFrom>
              <a:clrTo>
                <a:srgbClr val="FFFFFF">
                  <a:alpha val="0"/>
                </a:srgbClr>
              </a:clrTo>
            </a:clrChange>
          </a:blip>
          <a:srcRect b="51382"/>
          <a:stretch>
            <a:fillRect/>
          </a:stretch>
        </p:blipFill>
        <p:spPr>
          <a:xfrm>
            <a:off x="4770679" y="5562334"/>
            <a:ext cx="2000027" cy="731520"/>
          </a:xfrm>
          <a:prstGeom prst="rect">
            <a:avLst/>
          </a:prstGeom>
        </p:spPr>
      </p:pic>
      <p:pic>
        <p:nvPicPr>
          <p:cNvPr id="19" name="Picture 18" descr="Has SCED Course Code&#10;Object Property P001517&#10;includesDomain C200090&#10;includesRange C001517&#10;&#10;">
            <a:extLst>
              <a:ext uri="{FF2B5EF4-FFF2-40B4-BE49-F238E27FC236}">
                <a16:creationId xmlns:a16="http://schemas.microsoft.com/office/drawing/2014/main" id="{E8E7F62B-09E1-2DDB-EADD-FA9D4B04D4B9}"/>
              </a:ext>
            </a:extLst>
          </p:cNvPr>
          <p:cNvPicPr>
            <a:picLocks noChangeAspect="1"/>
          </p:cNvPicPr>
          <p:nvPr/>
        </p:nvPicPr>
        <p:blipFill>
          <a:blip r:embed="rId6">
            <a:clrChange>
              <a:clrFrom>
                <a:srgbClr val="FFFFFF"/>
              </a:clrFrom>
              <a:clrTo>
                <a:srgbClr val="FFFFFF">
                  <a:alpha val="0"/>
                </a:srgbClr>
              </a:clrTo>
            </a:clrChange>
          </a:blip>
          <a:srcRect b="53231"/>
          <a:stretch>
            <a:fillRect/>
          </a:stretch>
        </p:blipFill>
        <p:spPr>
          <a:xfrm>
            <a:off x="4770679" y="4714809"/>
            <a:ext cx="2083877" cy="731520"/>
          </a:xfrm>
          <a:prstGeom prst="rect">
            <a:avLst/>
          </a:prstGeom>
        </p:spPr>
      </p:pic>
      <p:pic>
        <p:nvPicPr>
          <p:cNvPr id="23" name="Picture 22" descr="Has Instruction Language&#10;Object Property P000448&#10;includesDomain C200074&#10;includesRange C000317&#10;">
            <a:extLst>
              <a:ext uri="{FF2B5EF4-FFF2-40B4-BE49-F238E27FC236}">
                <a16:creationId xmlns:a16="http://schemas.microsoft.com/office/drawing/2014/main" id="{50E05C68-1620-4D65-E25F-2BB67E121789}"/>
              </a:ext>
            </a:extLst>
          </p:cNvPr>
          <p:cNvPicPr>
            <a:picLocks noChangeAspect="1"/>
          </p:cNvPicPr>
          <p:nvPr/>
        </p:nvPicPr>
        <p:blipFill>
          <a:blip r:embed="rId5">
            <a:clrChange>
              <a:clrFrom>
                <a:srgbClr val="FFFFFF"/>
              </a:clrFrom>
              <a:clrTo>
                <a:srgbClr val="FFFFFF">
                  <a:alpha val="0"/>
                </a:srgbClr>
              </a:clrTo>
            </a:clrChange>
          </a:blip>
          <a:srcRect b="50249"/>
          <a:stretch>
            <a:fillRect/>
          </a:stretch>
        </p:blipFill>
        <p:spPr>
          <a:xfrm>
            <a:off x="4770679" y="3821564"/>
            <a:ext cx="2079848" cy="777240"/>
          </a:xfrm>
          <a:prstGeom prst="rect">
            <a:avLst/>
          </a:prstGeom>
        </p:spPr>
      </p:pic>
      <p:pic>
        <p:nvPicPr>
          <p:cNvPr id="30" name="Picture 29" descr="Has Virtual Indicator&#10;Object Property P001160&#10;includesDomain C200074&#10;includesRange C001160&#10;">
            <a:extLst>
              <a:ext uri="{FF2B5EF4-FFF2-40B4-BE49-F238E27FC236}">
                <a16:creationId xmlns:a16="http://schemas.microsoft.com/office/drawing/2014/main" id="{1C38CD67-CCA2-1EC9-3F7A-9196F17F4306}"/>
              </a:ext>
            </a:extLst>
          </p:cNvPr>
          <p:cNvPicPr>
            <a:picLocks noChangeAspect="1"/>
          </p:cNvPicPr>
          <p:nvPr/>
        </p:nvPicPr>
        <p:blipFill>
          <a:blip r:embed="rId4">
            <a:clrChange>
              <a:clrFrom>
                <a:srgbClr val="FFFFFF"/>
              </a:clrFrom>
              <a:clrTo>
                <a:srgbClr val="FFFFFF">
                  <a:alpha val="0"/>
                </a:srgbClr>
              </a:clrTo>
            </a:clrChange>
          </a:blip>
          <a:srcRect b="48036"/>
          <a:stretch>
            <a:fillRect/>
          </a:stretch>
        </p:blipFill>
        <p:spPr>
          <a:xfrm>
            <a:off x="4770679" y="294304"/>
            <a:ext cx="1976840" cy="777240"/>
          </a:xfrm>
          <a:prstGeom prst="rect">
            <a:avLst/>
          </a:prstGeom>
        </p:spPr>
      </p:pic>
      <p:pic>
        <p:nvPicPr>
          <p:cNvPr id="34" name="Picture 33" descr="Has Course Section Level&#10;Object Property P600355&#10;includesDomain C200074&#10;includesRange C200076&#10;">
            <a:extLst>
              <a:ext uri="{FF2B5EF4-FFF2-40B4-BE49-F238E27FC236}">
                <a16:creationId xmlns:a16="http://schemas.microsoft.com/office/drawing/2014/main" id="{88E1927D-4482-D3E0-1EF2-4019598563CF}"/>
              </a:ext>
            </a:extLst>
          </p:cNvPr>
          <p:cNvPicPr>
            <a:picLocks noChangeAspect="1"/>
          </p:cNvPicPr>
          <p:nvPr/>
        </p:nvPicPr>
        <p:blipFill>
          <a:blip r:embed="rId3">
            <a:clrChange>
              <a:clrFrom>
                <a:srgbClr val="FFFFFF"/>
              </a:clrFrom>
              <a:clrTo>
                <a:srgbClr val="FFFFFF">
                  <a:alpha val="0"/>
                </a:srgbClr>
              </a:clrTo>
            </a:clrChange>
          </a:blip>
          <a:srcRect b="50742"/>
          <a:stretch>
            <a:fillRect/>
          </a:stretch>
        </p:blipFill>
        <p:spPr>
          <a:xfrm>
            <a:off x="4770679" y="2928319"/>
            <a:ext cx="2079097" cy="777240"/>
          </a:xfrm>
          <a:prstGeom prst="rect">
            <a:avLst/>
          </a:prstGeom>
        </p:spPr>
      </p:pic>
      <p:pic>
        <p:nvPicPr>
          <p:cNvPr id="37" name="Picture 36" descr="Has Course Level Type&#10;Object Property P001312&#10;includesDomain C200076&#10;includesRange C001312&#10;&#10;">
            <a:extLst>
              <a:ext uri="{FF2B5EF4-FFF2-40B4-BE49-F238E27FC236}">
                <a16:creationId xmlns:a16="http://schemas.microsoft.com/office/drawing/2014/main" id="{33C00D35-5119-4D08-DC2E-9CA69A23C3E3}"/>
              </a:ext>
            </a:extLst>
          </p:cNvPr>
          <p:cNvPicPr>
            <a:picLocks noChangeAspect="1"/>
          </p:cNvPicPr>
          <p:nvPr/>
        </p:nvPicPr>
        <p:blipFill>
          <a:blip r:embed="rId2">
            <a:clrChange>
              <a:clrFrom>
                <a:srgbClr val="FFFFFF"/>
              </a:clrFrom>
              <a:clrTo>
                <a:srgbClr val="FFFFFF">
                  <a:alpha val="0"/>
                </a:srgbClr>
              </a:clrTo>
            </a:clrChange>
          </a:blip>
          <a:srcRect b="50742"/>
          <a:stretch>
            <a:fillRect/>
          </a:stretch>
        </p:blipFill>
        <p:spPr>
          <a:xfrm>
            <a:off x="4770679" y="1187549"/>
            <a:ext cx="2117588" cy="777240"/>
          </a:xfrm>
          <a:prstGeom prst="rect">
            <a:avLst/>
          </a:prstGeom>
        </p:spPr>
      </p:pic>
      <p:pic>
        <p:nvPicPr>
          <p:cNvPr id="38" name="Picture 37" descr="Has Course​&#10;Object Property P600352​&#10;includesDomain C200074​&#10;includesRange C200072​">
            <a:extLst>
              <a:ext uri="{FF2B5EF4-FFF2-40B4-BE49-F238E27FC236}">
                <a16:creationId xmlns:a16="http://schemas.microsoft.com/office/drawing/2014/main" id="{17324064-ECAD-8ED2-F44B-9917687F2F12}"/>
              </a:ext>
            </a:extLst>
          </p:cNvPr>
          <p:cNvPicPr>
            <a:picLocks noChangeAspect="1"/>
          </p:cNvPicPr>
          <p:nvPr/>
        </p:nvPicPr>
        <p:blipFill>
          <a:blip r:embed="rId9">
            <a:clrChange>
              <a:clrFrom>
                <a:srgbClr val="FFFFFF"/>
              </a:clrFrom>
              <a:clrTo>
                <a:srgbClr val="FFFFFF">
                  <a:alpha val="0"/>
                </a:srgbClr>
              </a:clrTo>
            </a:clrChange>
          </a:blip>
          <a:srcRect b="52423"/>
          <a:stretch>
            <a:fillRect/>
          </a:stretch>
        </p:blipFill>
        <p:spPr>
          <a:xfrm>
            <a:off x="4770679" y="6409861"/>
            <a:ext cx="2076137" cy="743368"/>
          </a:xfrm>
          <a:prstGeom prst="rect">
            <a:avLst/>
          </a:prstGeom>
        </p:spPr>
      </p:pic>
      <p:sp>
        <p:nvSpPr>
          <p:cNvPr id="3" name="Slide Number Placeholder 2">
            <a:extLst>
              <a:ext uri="{FF2B5EF4-FFF2-40B4-BE49-F238E27FC236}">
                <a16:creationId xmlns:a16="http://schemas.microsoft.com/office/drawing/2014/main" id="{CFB5B9EE-6E60-B01B-AA11-D9EA9C345C86}"/>
              </a:ext>
            </a:extLst>
          </p:cNvPr>
          <p:cNvSpPr>
            <a:spLocks noGrp="1"/>
          </p:cNvSpPr>
          <p:nvPr>
            <p:ph type="sldNum" sz="quarter" idx="12"/>
          </p:nvPr>
        </p:nvSpPr>
        <p:spPr>
          <a:xfrm>
            <a:off x="7440930" y="6958495"/>
            <a:ext cx="2160270" cy="389467"/>
          </a:xfrm>
        </p:spPr>
        <p:txBody>
          <a:bodyPr/>
          <a:lstStyle/>
          <a:p>
            <a:fld id="{1D760CF6-B357-4382-8813-9BCD7C1E2176}" type="slidenum">
              <a:rPr lang="en-US" smtClean="0"/>
              <a:t>12</a:t>
            </a:fld>
            <a:endParaRPr lang="en-US" dirty="0"/>
          </a:p>
        </p:txBody>
      </p:sp>
    </p:spTree>
    <p:extLst>
      <p:ext uri="{BB962C8B-B14F-4D97-AF65-F5344CB8AC3E}">
        <p14:creationId xmlns:p14="http://schemas.microsoft.com/office/powerpoint/2010/main" val="3244284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F2DB7-414B-5689-614B-11DBEBDB863C}"/>
            </a:ext>
          </a:extLst>
        </p:cNvPr>
        <p:cNvGrpSpPr/>
        <p:nvPr/>
      </p:nvGrpSpPr>
      <p:grpSpPr>
        <a:xfrm>
          <a:off x="0" y="0"/>
          <a:ext cx="0" cy="0"/>
          <a:chOff x="0" y="0"/>
          <a:chExt cx="0" cy="0"/>
        </a:xfrm>
      </p:grpSpPr>
      <p:sp>
        <p:nvSpPr>
          <p:cNvPr id="2" name="Title 1" descr="Organization&#10;Class C200239">
            <a:extLst>
              <a:ext uri="{FF2B5EF4-FFF2-40B4-BE49-F238E27FC236}">
                <a16:creationId xmlns:a16="http://schemas.microsoft.com/office/drawing/2014/main" id="{EF09652A-2AEE-211F-9A3D-AC555943B998}"/>
              </a:ext>
            </a:extLst>
          </p:cNvPr>
          <p:cNvSpPr>
            <a:spLocks noGrp="1"/>
          </p:cNvSpPr>
          <p:nvPr>
            <p:ph type="title" idx="4294967295"/>
          </p:nvPr>
        </p:nvSpPr>
        <p:spPr>
          <a:xfrm>
            <a:off x="124022" y="539179"/>
            <a:ext cx="1599266" cy="6400800"/>
          </a:xfrm>
          <a:prstGeom prst="rect">
            <a:avLst/>
          </a:prstGeom>
          <a:noFill/>
          <a:ln w="19050" cap="flat" cmpd="sng" algn="ctr">
            <a:solidFill>
              <a:srgbClr val="3333CC"/>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90" b="1" i="0" u="none" strike="noStrike" kern="1200" cap="none" spc="0" normalizeH="0" baseline="0" noProof="0" dirty="0">
                <a:ln>
                  <a:noFill/>
                </a:ln>
                <a:solidFill>
                  <a:srgbClr val="3333CC"/>
                </a:solidFill>
                <a:effectLst/>
                <a:uLnTx/>
                <a:uFillTx/>
                <a:latin typeface="+mn-lt"/>
                <a:ea typeface="+mn-ea"/>
                <a:cs typeface="+mn-cs"/>
              </a:rPr>
              <a:t>Organization</a:t>
            </a:r>
            <a:endParaRPr kumimoji="0" lang="en-US" sz="1575" b="1" i="0" u="none" strike="noStrike" kern="1200" cap="none" spc="0" normalizeH="0" baseline="0" noProof="0" dirty="0">
              <a:ln>
                <a:noFill/>
              </a:ln>
              <a:solidFill>
                <a:srgbClr val="3333CC"/>
              </a:solidFill>
              <a:effectLst/>
              <a:uLnTx/>
              <a:uFillTx/>
              <a:latin typeface="+mn-lt"/>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45" b="0" i="0" u="none" strike="noStrike" kern="1200" cap="none" spc="0" normalizeH="0" baseline="0" noProof="0" dirty="0">
                <a:ln>
                  <a:noFill/>
                </a:ln>
                <a:solidFill>
                  <a:srgbClr val="3333CC"/>
                </a:solidFill>
                <a:effectLst/>
                <a:uLnTx/>
                <a:uFillTx/>
                <a:latin typeface="+mn-lt"/>
                <a:ea typeface="+mn-ea"/>
                <a:cs typeface="+mn-cs"/>
              </a:rPr>
              <a:t>Class C200239</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45" b="0" i="0" u="none" strike="noStrike" kern="1200" cap="none" spc="0" normalizeH="0" baseline="0" noProof="0" dirty="0">
              <a:ln>
                <a:noFill/>
              </a:ln>
              <a:solidFill>
                <a:srgbClr val="3333CC"/>
              </a:solidFill>
              <a:effectLst/>
              <a:uLnTx/>
              <a:uFillTx/>
              <a:latin typeface="+mn-lt"/>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45" b="0" i="0" u="none" strike="noStrike" kern="1200" cap="none" spc="0" normalizeH="0" baseline="0" noProof="0" dirty="0">
              <a:ln>
                <a:noFill/>
              </a:ln>
              <a:solidFill>
                <a:srgbClr val="3333CC"/>
              </a:solidFill>
              <a:effectLst/>
              <a:uLnTx/>
              <a:uFillTx/>
              <a:latin typeface="+mn-lt"/>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45" b="0" i="0" u="none" strike="noStrike" kern="1200" cap="none" spc="0" normalizeH="0" baseline="0" noProof="0" dirty="0">
              <a:ln>
                <a:noFill/>
              </a:ln>
              <a:solidFill>
                <a:srgbClr val="3333CC"/>
              </a:solidFill>
              <a:effectLst/>
              <a:uLnTx/>
              <a:uFillTx/>
              <a:latin typeface="+mn-lt"/>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45" b="0" i="0" u="none" strike="noStrike" kern="1200" cap="none" spc="0" normalizeH="0" baseline="0" noProof="0" dirty="0">
              <a:ln>
                <a:noFill/>
              </a:ln>
              <a:solidFill>
                <a:srgbClr val="3333CC"/>
              </a:solidFill>
              <a:effectLst/>
              <a:uLnTx/>
              <a:uFillTx/>
              <a:latin typeface="+mn-lt"/>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45" b="0" i="0" u="none" strike="noStrike" kern="1200" cap="none" spc="0" normalizeH="0" baseline="0" noProof="0" dirty="0">
              <a:ln>
                <a:noFill/>
              </a:ln>
              <a:solidFill>
                <a:srgbClr val="3333CC"/>
              </a:solidFill>
              <a:effectLst/>
              <a:uLnTx/>
              <a:uFillTx/>
              <a:latin typeface="+mn-lt"/>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45" b="0" i="0" u="none" strike="noStrike" kern="1200" cap="none" spc="0" normalizeH="0" baseline="0" noProof="0" dirty="0">
              <a:ln>
                <a:noFill/>
              </a:ln>
              <a:solidFill>
                <a:srgbClr val="3333CC"/>
              </a:solidFill>
              <a:effectLst/>
              <a:uLnTx/>
              <a:uFillTx/>
              <a:latin typeface="+mn-lt"/>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45" b="0" i="0" u="none" strike="noStrike" kern="1200" cap="none" spc="0" normalizeH="0" baseline="0" noProof="0" dirty="0">
              <a:ln>
                <a:noFill/>
              </a:ln>
              <a:solidFill>
                <a:srgbClr val="3333CC"/>
              </a:solidFill>
              <a:effectLst/>
              <a:uLnTx/>
              <a:uFillTx/>
              <a:latin typeface="+mn-lt"/>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45" b="0" i="0" u="none" strike="noStrike" kern="1200" cap="none" spc="0" normalizeH="0" baseline="0" noProof="0" dirty="0">
              <a:ln>
                <a:noFill/>
              </a:ln>
              <a:solidFill>
                <a:srgbClr val="3333CC"/>
              </a:solidFill>
              <a:effectLst/>
              <a:uLnTx/>
              <a:uFillTx/>
              <a:latin typeface="+mn-lt"/>
              <a:ea typeface="+mn-ea"/>
              <a:cs typeface="+mn-cs"/>
            </a:endParaRPr>
          </a:p>
        </p:txBody>
      </p:sp>
      <p:pic>
        <p:nvPicPr>
          <p:cNvPr id="35" name="Picture 34" descr="Interdisciplinary Indicator Concept Scheme C001993​">
            <a:extLst>
              <a:ext uri="{FF2B5EF4-FFF2-40B4-BE49-F238E27FC236}">
                <a16:creationId xmlns:a16="http://schemas.microsoft.com/office/drawing/2014/main" id="{6E036691-9E7B-4E00-6DBB-4C176733731D}"/>
              </a:ext>
            </a:extLst>
          </p:cNvPr>
          <p:cNvPicPr>
            <a:picLocks noChangeAspect="1"/>
          </p:cNvPicPr>
          <p:nvPr/>
        </p:nvPicPr>
        <p:blipFill>
          <a:blip r:embed="rId2"/>
          <a:stretch>
            <a:fillRect/>
          </a:stretch>
        </p:blipFill>
        <p:spPr>
          <a:xfrm>
            <a:off x="7200322" y="1037835"/>
            <a:ext cx="2276856" cy="817406"/>
          </a:xfrm>
          <a:prstGeom prst="rect">
            <a:avLst/>
          </a:prstGeom>
        </p:spPr>
      </p:pic>
      <p:pic>
        <p:nvPicPr>
          <p:cNvPr id="31" name="Picture 30" descr="Organization Type​&#10;Concept Scheme C001156​">
            <a:extLst>
              <a:ext uri="{FF2B5EF4-FFF2-40B4-BE49-F238E27FC236}">
                <a16:creationId xmlns:a16="http://schemas.microsoft.com/office/drawing/2014/main" id="{BA4E5C84-82C7-41BA-F3FA-7DDE52ED70C0}"/>
              </a:ext>
            </a:extLst>
          </p:cNvPr>
          <p:cNvPicPr>
            <a:picLocks noChangeAspect="1"/>
          </p:cNvPicPr>
          <p:nvPr/>
        </p:nvPicPr>
        <p:blipFill>
          <a:blip r:embed="rId3"/>
          <a:stretch>
            <a:fillRect/>
          </a:stretch>
        </p:blipFill>
        <p:spPr>
          <a:xfrm>
            <a:off x="7200322" y="5518486"/>
            <a:ext cx="2103120" cy="777867"/>
          </a:xfrm>
          <a:prstGeom prst="rect">
            <a:avLst/>
          </a:prstGeom>
        </p:spPr>
      </p:pic>
      <p:pic>
        <p:nvPicPr>
          <p:cNvPr id="10" name="Picture 9" descr="Organization Identification System​&#10;Concept Scheme C000827​">
            <a:extLst>
              <a:ext uri="{FF2B5EF4-FFF2-40B4-BE49-F238E27FC236}">
                <a16:creationId xmlns:a16="http://schemas.microsoft.com/office/drawing/2014/main" id="{DAEED862-6065-46E1-57F0-C7B12193525E}"/>
              </a:ext>
            </a:extLst>
          </p:cNvPr>
          <p:cNvPicPr>
            <a:picLocks noChangeAspect="1"/>
          </p:cNvPicPr>
          <p:nvPr/>
        </p:nvPicPr>
        <p:blipFill>
          <a:blip r:embed="rId4"/>
          <a:stretch>
            <a:fillRect/>
          </a:stretch>
        </p:blipFill>
        <p:spPr>
          <a:xfrm>
            <a:off x="7200322" y="4643381"/>
            <a:ext cx="2276856" cy="804920"/>
          </a:xfrm>
          <a:prstGeom prst="rect">
            <a:avLst/>
          </a:prstGeom>
        </p:spPr>
      </p:pic>
      <p:pic>
        <p:nvPicPr>
          <p:cNvPr id="6" name="Picture 5" descr="Organization ​Identification​&#10;Class C200252​">
            <a:extLst>
              <a:ext uri="{FF2B5EF4-FFF2-40B4-BE49-F238E27FC236}">
                <a16:creationId xmlns:a16="http://schemas.microsoft.com/office/drawing/2014/main" id="{7877C984-3EB5-D284-5864-1D96D6E145E1}"/>
              </a:ext>
            </a:extLst>
          </p:cNvPr>
          <p:cNvPicPr>
            <a:picLocks noChangeAspect="1"/>
          </p:cNvPicPr>
          <p:nvPr/>
        </p:nvPicPr>
        <p:blipFill>
          <a:blip r:embed="rId5"/>
          <a:stretch>
            <a:fillRect/>
          </a:stretch>
        </p:blipFill>
        <p:spPr>
          <a:xfrm>
            <a:off x="7200322" y="3739579"/>
            <a:ext cx="2103120" cy="770008"/>
          </a:xfrm>
          <a:prstGeom prst="rect">
            <a:avLst/>
          </a:prstGeom>
        </p:spPr>
      </p:pic>
      <p:pic>
        <p:nvPicPr>
          <p:cNvPr id="26" name="Picture 25" descr="Country Code​&#10;Concept Scheme C000050 ​">
            <a:extLst>
              <a:ext uri="{FF2B5EF4-FFF2-40B4-BE49-F238E27FC236}">
                <a16:creationId xmlns:a16="http://schemas.microsoft.com/office/drawing/2014/main" id="{76BE27F6-FF73-7D86-FCCA-E034E661585E}"/>
              </a:ext>
            </a:extLst>
          </p:cNvPr>
          <p:cNvPicPr>
            <a:picLocks noChangeAspect="1"/>
          </p:cNvPicPr>
          <p:nvPr/>
        </p:nvPicPr>
        <p:blipFill>
          <a:blip r:embed="rId6"/>
          <a:stretch>
            <a:fillRect/>
          </a:stretch>
        </p:blipFill>
        <p:spPr>
          <a:xfrm>
            <a:off x="7200322" y="130737"/>
            <a:ext cx="2103120" cy="773052"/>
          </a:xfrm>
          <a:prstGeom prst="rect">
            <a:avLst/>
          </a:prstGeom>
        </p:spPr>
      </p:pic>
      <p:pic>
        <p:nvPicPr>
          <p:cNvPr id="22" name="Picture 21" descr="State Abbreviation​&#10;Concept Scheme C000267 ​">
            <a:extLst>
              <a:ext uri="{FF2B5EF4-FFF2-40B4-BE49-F238E27FC236}">
                <a16:creationId xmlns:a16="http://schemas.microsoft.com/office/drawing/2014/main" id="{6DB3C697-6CC2-E438-4B8A-B8817200480F}"/>
              </a:ext>
            </a:extLst>
          </p:cNvPr>
          <p:cNvPicPr>
            <a:picLocks noChangeAspect="1"/>
          </p:cNvPicPr>
          <p:nvPr/>
        </p:nvPicPr>
        <p:blipFill>
          <a:blip r:embed="rId7"/>
          <a:stretch>
            <a:fillRect/>
          </a:stretch>
        </p:blipFill>
        <p:spPr>
          <a:xfrm>
            <a:off x="7200322" y="6430798"/>
            <a:ext cx="2103120" cy="768098"/>
          </a:xfrm>
          <a:prstGeom prst="rect">
            <a:avLst/>
          </a:prstGeom>
        </p:spPr>
      </p:pic>
      <p:pic>
        <p:nvPicPr>
          <p:cNvPr id="18" name="Picture 17" descr="Location Address​&#10;Class C200238 ​">
            <a:extLst>
              <a:ext uri="{FF2B5EF4-FFF2-40B4-BE49-F238E27FC236}">
                <a16:creationId xmlns:a16="http://schemas.microsoft.com/office/drawing/2014/main" id="{F882786A-231E-77EE-2BD9-B381B129D2B9}"/>
              </a:ext>
            </a:extLst>
          </p:cNvPr>
          <p:cNvPicPr>
            <a:picLocks noChangeAspect="1"/>
          </p:cNvPicPr>
          <p:nvPr/>
        </p:nvPicPr>
        <p:blipFill>
          <a:blip r:embed="rId8"/>
          <a:stretch>
            <a:fillRect/>
          </a:stretch>
        </p:blipFill>
        <p:spPr>
          <a:xfrm>
            <a:off x="7200322" y="2823302"/>
            <a:ext cx="2103120" cy="781530"/>
          </a:xfrm>
          <a:prstGeom prst="rect">
            <a:avLst/>
          </a:prstGeom>
        </p:spPr>
      </p:pic>
      <p:pic>
        <p:nvPicPr>
          <p:cNvPr id="14" name="Picture 13" descr="Location​&#10;Class C200237​">
            <a:extLst>
              <a:ext uri="{FF2B5EF4-FFF2-40B4-BE49-F238E27FC236}">
                <a16:creationId xmlns:a16="http://schemas.microsoft.com/office/drawing/2014/main" id="{3464CEB1-BBD8-1D46-0478-38E1CE6EC6A2}"/>
              </a:ext>
            </a:extLst>
          </p:cNvPr>
          <p:cNvPicPr>
            <a:picLocks noChangeAspect="1"/>
          </p:cNvPicPr>
          <p:nvPr/>
        </p:nvPicPr>
        <p:blipFill>
          <a:blip r:embed="rId9"/>
          <a:stretch>
            <a:fillRect/>
          </a:stretch>
        </p:blipFill>
        <p:spPr>
          <a:xfrm>
            <a:off x="7200322" y="1925427"/>
            <a:ext cx="2103120" cy="764533"/>
          </a:xfrm>
          <a:prstGeom prst="rect">
            <a:avLst/>
          </a:prstGeom>
        </p:spPr>
      </p:pic>
      <p:pic>
        <p:nvPicPr>
          <p:cNvPr id="5" name="Picture 4" descr="Has Organization ​Identification​&#10;Object Property P600502​&#10;includesDomain C200239​&#10;includesRange C200252​">
            <a:extLst>
              <a:ext uri="{FF2B5EF4-FFF2-40B4-BE49-F238E27FC236}">
                <a16:creationId xmlns:a16="http://schemas.microsoft.com/office/drawing/2014/main" id="{7C16DC44-D332-0A76-899F-A0677D6D42A4}"/>
              </a:ext>
            </a:extLst>
          </p:cNvPr>
          <p:cNvPicPr>
            <a:picLocks noChangeAspect="1"/>
          </p:cNvPicPr>
          <p:nvPr/>
        </p:nvPicPr>
        <p:blipFill>
          <a:blip r:embed="rId10">
            <a:clrChange>
              <a:clrFrom>
                <a:srgbClr val="FFFFFF"/>
              </a:clrFrom>
              <a:clrTo>
                <a:srgbClr val="FFFFFF">
                  <a:alpha val="0"/>
                </a:srgbClr>
              </a:clrTo>
            </a:clrChange>
          </a:blip>
          <a:stretch>
            <a:fillRect/>
          </a:stretch>
        </p:blipFill>
        <p:spPr>
          <a:xfrm>
            <a:off x="4526636" y="4593252"/>
            <a:ext cx="2377440" cy="846946"/>
          </a:xfrm>
          <a:prstGeom prst="rect">
            <a:avLst/>
          </a:prstGeom>
        </p:spPr>
      </p:pic>
      <p:pic>
        <p:nvPicPr>
          <p:cNvPr id="9" name="Picture 8" descr="Has Organization ​Identification System​&#10;Object Property P000827​&#10;includesDomain C200252​&#10;includesRange C000827​">
            <a:extLst>
              <a:ext uri="{FF2B5EF4-FFF2-40B4-BE49-F238E27FC236}">
                <a16:creationId xmlns:a16="http://schemas.microsoft.com/office/drawing/2014/main" id="{19288159-097B-8103-3E83-926E2EFE02BF}"/>
              </a:ext>
            </a:extLst>
          </p:cNvPr>
          <p:cNvPicPr>
            <a:picLocks noChangeAspect="1"/>
          </p:cNvPicPr>
          <p:nvPr/>
        </p:nvPicPr>
        <p:blipFill>
          <a:blip r:embed="rId11">
            <a:clrChange>
              <a:clrFrom>
                <a:srgbClr val="FFFFFF"/>
              </a:clrFrom>
              <a:clrTo>
                <a:srgbClr val="FFFFFF">
                  <a:alpha val="0"/>
                </a:srgbClr>
              </a:clrTo>
            </a:clrChange>
          </a:blip>
          <a:stretch>
            <a:fillRect/>
          </a:stretch>
        </p:blipFill>
        <p:spPr>
          <a:xfrm>
            <a:off x="4526636" y="66850"/>
            <a:ext cx="2377440" cy="851825"/>
          </a:xfrm>
          <a:prstGeom prst="rect">
            <a:avLst/>
          </a:prstGeom>
        </p:spPr>
      </p:pic>
      <p:pic>
        <p:nvPicPr>
          <p:cNvPr id="13" name="Picture 12" descr="Has Location​&#10;Object Property P600299​&#10;includesDomain C200239​&#10;includesRange C200237​">
            <a:extLst>
              <a:ext uri="{FF2B5EF4-FFF2-40B4-BE49-F238E27FC236}">
                <a16:creationId xmlns:a16="http://schemas.microsoft.com/office/drawing/2014/main" id="{E2CED3D0-4FFA-7EF2-1A81-9D3F0B104B69}"/>
              </a:ext>
            </a:extLst>
          </p:cNvPr>
          <p:cNvPicPr>
            <a:picLocks noChangeAspect="1"/>
          </p:cNvPicPr>
          <p:nvPr/>
        </p:nvPicPr>
        <p:blipFill>
          <a:blip r:embed="rId12">
            <a:clrChange>
              <a:clrFrom>
                <a:srgbClr val="FFFFFF"/>
              </a:clrFrom>
              <a:clrTo>
                <a:srgbClr val="FFFFFF">
                  <a:alpha val="0"/>
                </a:srgbClr>
              </a:clrTo>
            </a:clrChange>
          </a:blip>
          <a:stretch>
            <a:fillRect/>
          </a:stretch>
        </p:blipFill>
        <p:spPr>
          <a:xfrm>
            <a:off x="4526636" y="971354"/>
            <a:ext cx="2377440" cy="837165"/>
          </a:xfrm>
          <a:prstGeom prst="rect">
            <a:avLst/>
          </a:prstGeom>
        </p:spPr>
      </p:pic>
      <p:pic>
        <p:nvPicPr>
          <p:cNvPr id="17" name="Picture 16" descr="Has Location Address​&#10;Object Property P600471​&#10;includesDomain C200237​&#10;includesRange C200238​">
            <a:extLst>
              <a:ext uri="{FF2B5EF4-FFF2-40B4-BE49-F238E27FC236}">
                <a16:creationId xmlns:a16="http://schemas.microsoft.com/office/drawing/2014/main" id="{C7070CEE-CE8A-DBC6-DA5C-5A17A0AE8DD5}"/>
              </a:ext>
            </a:extLst>
          </p:cNvPr>
          <p:cNvPicPr>
            <a:picLocks noChangeAspect="1"/>
          </p:cNvPicPr>
          <p:nvPr/>
        </p:nvPicPr>
        <p:blipFill>
          <a:blip r:embed="rId13">
            <a:clrChange>
              <a:clrFrom>
                <a:srgbClr val="FFFFFF"/>
              </a:clrFrom>
              <a:clrTo>
                <a:srgbClr val="FFFFFF">
                  <a:alpha val="0"/>
                </a:srgbClr>
              </a:clrTo>
            </a:clrChange>
          </a:blip>
          <a:stretch>
            <a:fillRect/>
          </a:stretch>
        </p:blipFill>
        <p:spPr>
          <a:xfrm>
            <a:off x="4526636" y="2776175"/>
            <a:ext cx="2377440" cy="864773"/>
          </a:xfrm>
          <a:prstGeom prst="rect">
            <a:avLst/>
          </a:prstGeom>
        </p:spPr>
      </p:pic>
      <p:pic>
        <p:nvPicPr>
          <p:cNvPr id="21" name="Picture 20" descr="Has State Abbreviation​&#10;Object Property P000267​&#10;includesDomain C200238​&#10;includesRange C000267​&#10;&#10;​">
            <a:extLst>
              <a:ext uri="{FF2B5EF4-FFF2-40B4-BE49-F238E27FC236}">
                <a16:creationId xmlns:a16="http://schemas.microsoft.com/office/drawing/2014/main" id="{49EAF6C7-4A64-14A1-6EC8-80A61936637D}"/>
              </a:ext>
            </a:extLst>
          </p:cNvPr>
          <p:cNvPicPr>
            <a:picLocks noChangeAspect="1"/>
          </p:cNvPicPr>
          <p:nvPr/>
        </p:nvPicPr>
        <p:blipFill>
          <a:blip r:embed="rId14">
            <a:clrChange>
              <a:clrFrom>
                <a:srgbClr val="FFFFFF"/>
              </a:clrFrom>
              <a:clrTo>
                <a:srgbClr val="FFFFFF">
                  <a:alpha val="0"/>
                </a:srgbClr>
              </a:clrTo>
            </a:clrChange>
          </a:blip>
          <a:stretch>
            <a:fillRect/>
          </a:stretch>
        </p:blipFill>
        <p:spPr>
          <a:xfrm>
            <a:off x="4526636" y="6418008"/>
            <a:ext cx="2377440" cy="859052"/>
          </a:xfrm>
          <a:prstGeom prst="rect">
            <a:avLst/>
          </a:prstGeom>
        </p:spPr>
      </p:pic>
      <p:pic>
        <p:nvPicPr>
          <p:cNvPr id="25" name="Picture 24" descr="Has Country Code​&#10;Object Property P000050​&#10;includesDomain C200238​&#10;includesRange C000050​&#10;&#10;​">
            <a:extLst>
              <a:ext uri="{FF2B5EF4-FFF2-40B4-BE49-F238E27FC236}">
                <a16:creationId xmlns:a16="http://schemas.microsoft.com/office/drawing/2014/main" id="{AD504D7E-B67D-F7AE-1E8B-74136180C2B5}"/>
              </a:ext>
            </a:extLst>
          </p:cNvPr>
          <p:cNvPicPr>
            <a:picLocks noChangeAspect="1"/>
          </p:cNvPicPr>
          <p:nvPr/>
        </p:nvPicPr>
        <p:blipFill>
          <a:blip r:embed="rId15">
            <a:clrChange>
              <a:clrFrom>
                <a:srgbClr val="FFFFFF"/>
              </a:clrFrom>
              <a:clrTo>
                <a:srgbClr val="FFFFFF">
                  <a:alpha val="0"/>
                </a:srgbClr>
              </a:clrTo>
            </a:clrChange>
          </a:blip>
          <a:stretch>
            <a:fillRect/>
          </a:stretch>
        </p:blipFill>
        <p:spPr>
          <a:xfrm>
            <a:off x="4526636" y="5492877"/>
            <a:ext cx="2377440" cy="872455"/>
          </a:xfrm>
          <a:prstGeom prst="rect">
            <a:avLst/>
          </a:prstGeom>
        </p:spPr>
      </p:pic>
      <p:pic>
        <p:nvPicPr>
          <p:cNvPr id="28" name="Picture 27" descr="Has Organization Type​&#10;Object Property P001156​&#10;includesDomain C200239​&#10;includesRange C001156​">
            <a:extLst>
              <a:ext uri="{FF2B5EF4-FFF2-40B4-BE49-F238E27FC236}">
                <a16:creationId xmlns:a16="http://schemas.microsoft.com/office/drawing/2014/main" id="{8D9B0FB3-EC4F-3B5E-66B7-E9B46E8A53AC}"/>
              </a:ext>
            </a:extLst>
          </p:cNvPr>
          <p:cNvPicPr>
            <a:picLocks noChangeAspect="1"/>
          </p:cNvPicPr>
          <p:nvPr/>
        </p:nvPicPr>
        <p:blipFill>
          <a:blip r:embed="rId16">
            <a:clrChange>
              <a:clrFrom>
                <a:srgbClr val="FFFFFF"/>
              </a:clrFrom>
              <a:clrTo>
                <a:srgbClr val="FFFFFF">
                  <a:alpha val="0"/>
                </a:srgbClr>
              </a:clrTo>
            </a:clrChange>
          </a:blip>
          <a:stretch>
            <a:fillRect/>
          </a:stretch>
        </p:blipFill>
        <p:spPr>
          <a:xfrm>
            <a:off x="4526636" y="1861198"/>
            <a:ext cx="2377440" cy="862298"/>
          </a:xfrm>
          <a:prstGeom prst="rect">
            <a:avLst/>
          </a:prstGeom>
        </p:spPr>
      </p:pic>
      <p:pic>
        <p:nvPicPr>
          <p:cNvPr id="32" name="Picture 31" descr="Has Interdisciplinary Indicator​&#10;Object Property P001993​&#10;includesDomain C200239​&#10;includesRange C001993​">
            <a:extLst>
              <a:ext uri="{FF2B5EF4-FFF2-40B4-BE49-F238E27FC236}">
                <a16:creationId xmlns:a16="http://schemas.microsoft.com/office/drawing/2014/main" id="{5F90F884-D7C1-EDDB-5C0F-8549A47BCD75}"/>
              </a:ext>
            </a:extLst>
          </p:cNvPr>
          <p:cNvPicPr>
            <a:picLocks noChangeAspect="1"/>
          </p:cNvPicPr>
          <p:nvPr/>
        </p:nvPicPr>
        <p:blipFill>
          <a:blip r:embed="rId17">
            <a:clrChange>
              <a:clrFrom>
                <a:srgbClr val="FFFFFF"/>
              </a:clrFrom>
              <a:clrTo>
                <a:srgbClr val="FFFFFF">
                  <a:alpha val="0"/>
                </a:srgbClr>
              </a:clrTo>
            </a:clrChange>
          </a:blip>
          <a:stretch>
            <a:fillRect/>
          </a:stretch>
        </p:blipFill>
        <p:spPr>
          <a:xfrm>
            <a:off x="4526636" y="3693627"/>
            <a:ext cx="2377440" cy="846946"/>
          </a:xfrm>
          <a:prstGeom prst="rect">
            <a:avLst/>
          </a:prstGeom>
        </p:spPr>
      </p:pic>
      <p:sp>
        <p:nvSpPr>
          <p:cNvPr id="3" name="Slide Number Placeholder 2">
            <a:extLst>
              <a:ext uri="{FF2B5EF4-FFF2-40B4-BE49-F238E27FC236}">
                <a16:creationId xmlns:a16="http://schemas.microsoft.com/office/drawing/2014/main" id="{F4F8C8FA-92A8-AE0C-B6A0-33D3A820742C}"/>
              </a:ext>
            </a:extLst>
          </p:cNvPr>
          <p:cNvSpPr>
            <a:spLocks noGrp="1"/>
          </p:cNvSpPr>
          <p:nvPr>
            <p:ph type="sldNum" sz="quarter" idx="12"/>
          </p:nvPr>
        </p:nvSpPr>
        <p:spPr>
          <a:xfrm>
            <a:off x="7440930" y="6989729"/>
            <a:ext cx="2160270" cy="389467"/>
          </a:xfrm>
        </p:spPr>
        <p:txBody>
          <a:bodyPr/>
          <a:lstStyle/>
          <a:p>
            <a:fld id="{1D760CF6-B357-4382-8813-9BCD7C1E2176}" type="slidenum">
              <a:rPr lang="en-US" smtClean="0"/>
              <a:t>13</a:t>
            </a:fld>
            <a:endParaRPr lang="en-US" dirty="0"/>
          </a:p>
        </p:txBody>
      </p:sp>
    </p:spTree>
    <p:extLst>
      <p:ext uri="{BB962C8B-B14F-4D97-AF65-F5344CB8AC3E}">
        <p14:creationId xmlns:p14="http://schemas.microsoft.com/office/powerpoint/2010/main" val="31099719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D25FA-D915-D365-5A26-7999933C4F8A}"/>
            </a:ext>
          </a:extLst>
        </p:cNvPr>
        <p:cNvGrpSpPr/>
        <p:nvPr/>
      </p:nvGrpSpPr>
      <p:grpSpPr>
        <a:xfrm>
          <a:off x="0" y="0"/>
          <a:ext cx="0" cy="0"/>
          <a:chOff x="0" y="0"/>
          <a:chExt cx="0" cy="0"/>
        </a:xfrm>
      </p:grpSpPr>
      <p:sp>
        <p:nvSpPr>
          <p:cNvPr id="32" name="Title 31" descr="Person&#10;Class C200275&#10;">
            <a:extLst>
              <a:ext uri="{FF2B5EF4-FFF2-40B4-BE49-F238E27FC236}">
                <a16:creationId xmlns:a16="http://schemas.microsoft.com/office/drawing/2014/main" id="{4944F275-F15B-8050-0FA8-1233B6B4CFD8}"/>
              </a:ext>
            </a:extLst>
          </p:cNvPr>
          <p:cNvSpPr>
            <a:spLocks noGrp="1"/>
          </p:cNvSpPr>
          <p:nvPr>
            <p:ph type="title" idx="4294967295"/>
          </p:nvPr>
        </p:nvSpPr>
        <p:spPr>
          <a:xfrm>
            <a:off x="258004" y="402838"/>
            <a:ext cx="1325627" cy="6400800"/>
          </a:xfrm>
          <a:prstGeom prst="rect">
            <a:avLst/>
          </a:prstGeom>
          <a:noFill/>
          <a:ln w="19050" cap="flat" cmpd="sng" algn="ctr">
            <a:solidFill>
              <a:srgbClr val="3333CC"/>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835" b="1" i="0" u="none" strike="noStrike" kern="1200" cap="none" spc="0" normalizeH="0" baseline="0" noProof="0" dirty="0">
              <a:ln>
                <a:noFill/>
              </a:ln>
              <a:solidFill>
                <a:srgbClr val="3333CC"/>
              </a:solidFill>
              <a:effectLst/>
              <a:uLnTx/>
              <a:uFillTx/>
              <a:latin typeface="+mn-lt"/>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35" b="1" i="0" u="none" strike="noStrike" kern="1200" cap="none" spc="0" normalizeH="0" baseline="0" noProof="0" dirty="0">
                <a:ln>
                  <a:noFill/>
                </a:ln>
                <a:solidFill>
                  <a:srgbClr val="3333CC"/>
                </a:solidFill>
                <a:effectLst/>
                <a:uLnTx/>
                <a:uFillTx/>
                <a:latin typeface="+mn-lt"/>
                <a:ea typeface="+mn-ea"/>
                <a:cs typeface="+mn-cs"/>
              </a:rPr>
              <a:t>Person</a:t>
            </a:r>
            <a:endParaRPr kumimoji="0" lang="en-US" sz="3150" b="1" i="0" u="none" strike="noStrike" kern="1200" cap="none" spc="0" normalizeH="0" baseline="0" noProof="0" dirty="0">
              <a:ln>
                <a:noFill/>
              </a:ln>
              <a:solidFill>
                <a:srgbClr val="3333CC"/>
              </a:solidFill>
              <a:effectLst/>
              <a:uLnTx/>
              <a:uFillTx/>
              <a:latin typeface="+mn-lt"/>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3" b="0" i="0" u="none" strike="noStrike" kern="1200" cap="none" spc="0" normalizeH="0" baseline="0" noProof="0" dirty="0">
                <a:ln>
                  <a:noFill/>
                </a:ln>
                <a:solidFill>
                  <a:srgbClr val="3333CC"/>
                </a:solidFill>
                <a:effectLst/>
                <a:uLnTx/>
                <a:uFillTx/>
                <a:latin typeface="+mn-lt"/>
                <a:ea typeface="+mn-ea"/>
                <a:cs typeface="+mn-cs"/>
              </a:rPr>
              <a:t>Class C200275</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103" b="0" i="0" u="none" strike="noStrike" kern="1200" cap="none" spc="0" normalizeH="0" baseline="0" noProof="0" dirty="0">
              <a:ln>
                <a:noFill/>
              </a:ln>
              <a:solidFill>
                <a:srgbClr val="3333CC"/>
              </a:solidFill>
              <a:effectLst/>
              <a:uLnTx/>
              <a:uFillTx/>
              <a:latin typeface="+mn-lt"/>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103" b="0" i="0" u="none" strike="noStrike" kern="1200" cap="none" spc="0" normalizeH="0" baseline="0" noProof="0" dirty="0">
              <a:ln>
                <a:noFill/>
              </a:ln>
              <a:solidFill>
                <a:srgbClr val="3333CC"/>
              </a:solidFill>
              <a:effectLst/>
              <a:uLnTx/>
              <a:uFillTx/>
              <a:latin typeface="+mn-lt"/>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103" b="0" i="0" u="none" strike="noStrike" kern="1200" cap="none" spc="0" normalizeH="0" baseline="0" noProof="0" dirty="0">
              <a:ln>
                <a:noFill/>
              </a:ln>
              <a:solidFill>
                <a:srgbClr val="3333CC"/>
              </a:solidFill>
              <a:effectLst/>
              <a:uLnTx/>
              <a:uFillTx/>
              <a:latin typeface="+mn-lt"/>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103" b="0" i="0" u="none" strike="noStrike" kern="1200" cap="none" spc="0" normalizeH="0" baseline="0" noProof="0" dirty="0">
              <a:ln>
                <a:noFill/>
              </a:ln>
              <a:solidFill>
                <a:srgbClr val="3333CC"/>
              </a:solidFill>
              <a:effectLst/>
              <a:uLnTx/>
              <a:uFillTx/>
              <a:latin typeface="+mn-lt"/>
              <a:ea typeface="+mn-ea"/>
              <a:cs typeface="+mn-cs"/>
            </a:endParaRPr>
          </a:p>
        </p:txBody>
      </p:sp>
      <p:pic>
        <p:nvPicPr>
          <p:cNvPr id="7" name="Picture 6" descr="Has Person ​Identification​&#10;Object Property P600049​&#10;includesDomain C200275​&#10;includesRange C200291​">
            <a:extLst>
              <a:ext uri="{FF2B5EF4-FFF2-40B4-BE49-F238E27FC236}">
                <a16:creationId xmlns:a16="http://schemas.microsoft.com/office/drawing/2014/main" id="{4763E1BC-E694-1274-D40D-54B99C89EA6B}"/>
              </a:ext>
            </a:extLst>
          </p:cNvPr>
          <p:cNvPicPr>
            <a:picLocks noChangeAspect="1"/>
          </p:cNvPicPr>
          <p:nvPr/>
        </p:nvPicPr>
        <p:blipFill>
          <a:blip r:embed="rId2"/>
          <a:stretch>
            <a:fillRect/>
          </a:stretch>
        </p:blipFill>
        <p:spPr>
          <a:xfrm>
            <a:off x="4800600" y="2805665"/>
            <a:ext cx="2221992" cy="797573"/>
          </a:xfrm>
          <a:prstGeom prst="rect">
            <a:avLst/>
          </a:prstGeom>
        </p:spPr>
      </p:pic>
      <p:pic>
        <p:nvPicPr>
          <p:cNvPr id="5" name="Picture 4" descr="Has Race ​and Ethnicity​&#10;Object Property P001943​&#10;includesDomain C200282​&#10;includesRange C001943​&#10;&#10;​">
            <a:extLst>
              <a:ext uri="{FF2B5EF4-FFF2-40B4-BE49-F238E27FC236}">
                <a16:creationId xmlns:a16="http://schemas.microsoft.com/office/drawing/2014/main" id="{BA531C9C-538F-0DA6-92D9-D3FDA095E543}"/>
              </a:ext>
            </a:extLst>
          </p:cNvPr>
          <p:cNvPicPr>
            <a:picLocks noChangeAspect="1"/>
          </p:cNvPicPr>
          <p:nvPr/>
        </p:nvPicPr>
        <p:blipFill>
          <a:blip r:embed="rId3"/>
          <a:stretch>
            <a:fillRect/>
          </a:stretch>
        </p:blipFill>
        <p:spPr>
          <a:xfrm>
            <a:off x="4800600" y="42560"/>
            <a:ext cx="2221992" cy="794123"/>
          </a:xfrm>
          <a:prstGeom prst="rect">
            <a:avLst/>
          </a:prstGeom>
        </p:spPr>
      </p:pic>
      <p:pic>
        <p:nvPicPr>
          <p:cNvPr id="3" name="Picture 2" descr="Has Person Demographic Race​&#10;Object Property P600035​&#10;includesDomain C200275​&#10;includesRange C200282​&#10;​">
            <a:extLst>
              <a:ext uri="{FF2B5EF4-FFF2-40B4-BE49-F238E27FC236}">
                <a16:creationId xmlns:a16="http://schemas.microsoft.com/office/drawing/2014/main" id="{7198AB1D-27CA-16FB-840A-E22178875031}"/>
              </a:ext>
            </a:extLst>
          </p:cNvPr>
          <p:cNvPicPr>
            <a:picLocks noChangeAspect="1"/>
          </p:cNvPicPr>
          <p:nvPr/>
        </p:nvPicPr>
        <p:blipFill>
          <a:blip r:embed="rId4"/>
          <a:stretch>
            <a:fillRect/>
          </a:stretch>
        </p:blipFill>
        <p:spPr>
          <a:xfrm>
            <a:off x="4800600" y="4643531"/>
            <a:ext cx="2221992" cy="770606"/>
          </a:xfrm>
          <a:prstGeom prst="rect">
            <a:avLst/>
          </a:prstGeom>
        </p:spPr>
      </p:pic>
      <p:pic>
        <p:nvPicPr>
          <p:cNvPr id="44" name="Picture 43" descr="Tribal Affiliation​&#10;Concept Scheme C001657​">
            <a:extLst>
              <a:ext uri="{FF2B5EF4-FFF2-40B4-BE49-F238E27FC236}">
                <a16:creationId xmlns:a16="http://schemas.microsoft.com/office/drawing/2014/main" id="{7466C9C5-8FA7-8759-9983-B26DB188CFEB}"/>
              </a:ext>
            </a:extLst>
          </p:cNvPr>
          <p:cNvPicPr>
            <a:picLocks noChangeAspect="1"/>
          </p:cNvPicPr>
          <p:nvPr/>
        </p:nvPicPr>
        <p:blipFill>
          <a:blip r:embed="rId5"/>
          <a:stretch>
            <a:fillRect/>
          </a:stretch>
        </p:blipFill>
        <p:spPr>
          <a:xfrm>
            <a:off x="7118860" y="6224791"/>
            <a:ext cx="2148840" cy="792518"/>
          </a:xfrm>
          <a:prstGeom prst="rect">
            <a:avLst/>
          </a:prstGeom>
        </p:spPr>
      </p:pic>
      <p:pic>
        <p:nvPicPr>
          <p:cNvPr id="40" name="Picture 39" descr="Sex​&#10;Concept Scheme C000255​">
            <a:extLst>
              <a:ext uri="{FF2B5EF4-FFF2-40B4-BE49-F238E27FC236}">
                <a16:creationId xmlns:a16="http://schemas.microsoft.com/office/drawing/2014/main" id="{E713DE51-9030-4E1C-0C64-65EFADA80B82}"/>
              </a:ext>
            </a:extLst>
          </p:cNvPr>
          <p:cNvPicPr>
            <a:picLocks noChangeAspect="1"/>
          </p:cNvPicPr>
          <p:nvPr/>
        </p:nvPicPr>
        <p:blipFill>
          <a:blip r:embed="rId6"/>
          <a:stretch>
            <a:fillRect/>
          </a:stretch>
        </p:blipFill>
        <p:spPr>
          <a:xfrm>
            <a:off x="7118860" y="5326472"/>
            <a:ext cx="2148840" cy="793088"/>
          </a:xfrm>
          <a:prstGeom prst="rect">
            <a:avLst/>
          </a:prstGeom>
        </p:spPr>
      </p:pic>
      <p:pic>
        <p:nvPicPr>
          <p:cNvPr id="36" name="Picture 35" descr="Person ​Sex Gender​&#10;Class C200011​">
            <a:extLst>
              <a:ext uri="{FF2B5EF4-FFF2-40B4-BE49-F238E27FC236}">
                <a16:creationId xmlns:a16="http://schemas.microsoft.com/office/drawing/2014/main" id="{6DE1FE57-C78B-F059-F4D9-0231CE743D72}"/>
              </a:ext>
            </a:extLst>
          </p:cNvPr>
          <p:cNvPicPr>
            <a:picLocks noChangeAspect="1"/>
          </p:cNvPicPr>
          <p:nvPr/>
        </p:nvPicPr>
        <p:blipFill>
          <a:blip r:embed="rId7"/>
          <a:stretch>
            <a:fillRect/>
          </a:stretch>
        </p:blipFill>
        <p:spPr>
          <a:xfrm>
            <a:off x="7118860" y="3595352"/>
            <a:ext cx="2148840" cy="770491"/>
          </a:xfrm>
          <a:prstGeom prst="rect">
            <a:avLst/>
          </a:prstGeom>
        </p:spPr>
      </p:pic>
      <p:pic>
        <p:nvPicPr>
          <p:cNvPr id="11" name="Picture 10" descr="Person Demographic Race​&#10;Class C200282 ​">
            <a:extLst>
              <a:ext uri="{FF2B5EF4-FFF2-40B4-BE49-F238E27FC236}">
                <a16:creationId xmlns:a16="http://schemas.microsoft.com/office/drawing/2014/main" id="{F6F550EF-95EB-2555-9C0F-AA69013693C9}"/>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7118860" y="226717"/>
            <a:ext cx="2148840" cy="756369"/>
          </a:xfrm>
          <a:prstGeom prst="rect">
            <a:avLst/>
          </a:prstGeom>
        </p:spPr>
      </p:pic>
      <p:pic>
        <p:nvPicPr>
          <p:cNvPr id="15" name="Picture 14" descr="Race and Ethnicity​&#10;Concept Scheme C001943 ​">
            <a:extLst>
              <a:ext uri="{FF2B5EF4-FFF2-40B4-BE49-F238E27FC236}">
                <a16:creationId xmlns:a16="http://schemas.microsoft.com/office/drawing/2014/main" id="{F947F4E1-F05F-1E0B-75D2-177905D8EC87}"/>
              </a:ext>
            </a:extLst>
          </p:cNvPr>
          <p:cNvPicPr>
            <a:picLocks noChangeAspect="1"/>
          </p:cNvPicPr>
          <p:nvPr/>
        </p:nvPicPr>
        <p:blipFill>
          <a:blip r:embed="rId9">
            <a:clrChange>
              <a:clrFrom>
                <a:srgbClr val="FFFFFF"/>
              </a:clrFrom>
              <a:clrTo>
                <a:srgbClr val="FFFFFF">
                  <a:alpha val="0"/>
                </a:srgbClr>
              </a:clrTo>
            </a:clrChange>
          </a:blip>
          <a:stretch>
            <a:fillRect/>
          </a:stretch>
        </p:blipFill>
        <p:spPr>
          <a:xfrm>
            <a:off x="7118860" y="4434835"/>
            <a:ext cx="2148840" cy="782603"/>
          </a:xfrm>
          <a:prstGeom prst="rect">
            <a:avLst/>
          </a:prstGeom>
        </p:spPr>
      </p:pic>
      <p:pic>
        <p:nvPicPr>
          <p:cNvPr id="34" name="Picture 33" descr="Person ​Identification​&#10;Class C200291 ​">
            <a:extLst>
              <a:ext uri="{FF2B5EF4-FFF2-40B4-BE49-F238E27FC236}">
                <a16:creationId xmlns:a16="http://schemas.microsoft.com/office/drawing/2014/main" id="{FB924B23-A7EE-0BDB-6082-B0D4F2B6B25C}"/>
              </a:ext>
            </a:extLst>
          </p:cNvPr>
          <p:cNvPicPr>
            <a:picLocks noChangeAspect="1"/>
          </p:cNvPicPr>
          <p:nvPr/>
        </p:nvPicPr>
        <p:blipFill>
          <a:blip r:embed="rId10">
            <a:clrChange>
              <a:clrFrom>
                <a:srgbClr val="FFFFFF"/>
              </a:clrFrom>
              <a:clrTo>
                <a:srgbClr val="FFFFFF">
                  <a:alpha val="0"/>
                </a:srgbClr>
              </a:clrTo>
            </a:clrChange>
          </a:blip>
          <a:stretch>
            <a:fillRect/>
          </a:stretch>
        </p:blipFill>
        <p:spPr>
          <a:xfrm>
            <a:off x="7118859" y="1052085"/>
            <a:ext cx="2148840" cy="785255"/>
          </a:xfrm>
          <a:prstGeom prst="rect">
            <a:avLst/>
          </a:prstGeom>
        </p:spPr>
      </p:pic>
      <p:pic>
        <p:nvPicPr>
          <p:cNvPr id="27" name="Picture 26" descr="Person ​Identifier Type​&#10;Concept Scheme C002114 ​">
            <a:extLst>
              <a:ext uri="{FF2B5EF4-FFF2-40B4-BE49-F238E27FC236}">
                <a16:creationId xmlns:a16="http://schemas.microsoft.com/office/drawing/2014/main" id="{65A06841-F5B0-C940-C945-9B66880719EE}"/>
              </a:ext>
            </a:extLst>
          </p:cNvPr>
          <p:cNvPicPr>
            <a:picLocks noChangeAspect="1"/>
          </p:cNvPicPr>
          <p:nvPr/>
        </p:nvPicPr>
        <p:blipFill>
          <a:blip r:embed="rId11"/>
          <a:stretch>
            <a:fillRect/>
          </a:stretch>
        </p:blipFill>
        <p:spPr>
          <a:xfrm>
            <a:off x="7118860" y="2744827"/>
            <a:ext cx="2148840" cy="771653"/>
          </a:xfrm>
          <a:prstGeom prst="rect">
            <a:avLst/>
          </a:prstGeom>
        </p:spPr>
      </p:pic>
      <p:pic>
        <p:nvPicPr>
          <p:cNvPr id="23" name="Picture 22" descr="Person ​Identification System​&#10;Concept Scheme C001571 ​">
            <a:extLst>
              <a:ext uri="{FF2B5EF4-FFF2-40B4-BE49-F238E27FC236}">
                <a16:creationId xmlns:a16="http://schemas.microsoft.com/office/drawing/2014/main" id="{75C4E920-ACE0-C945-7C4E-D0EFF1833E99}"/>
              </a:ext>
            </a:extLst>
          </p:cNvPr>
          <p:cNvPicPr>
            <a:picLocks noChangeAspect="1"/>
          </p:cNvPicPr>
          <p:nvPr/>
        </p:nvPicPr>
        <p:blipFill>
          <a:blip r:embed="rId12"/>
          <a:stretch>
            <a:fillRect/>
          </a:stretch>
        </p:blipFill>
        <p:spPr>
          <a:xfrm>
            <a:off x="7118860" y="1891515"/>
            <a:ext cx="2148840" cy="778756"/>
          </a:xfrm>
          <a:prstGeom prst="rect">
            <a:avLst/>
          </a:prstGeom>
        </p:spPr>
      </p:pic>
      <p:pic>
        <p:nvPicPr>
          <p:cNvPr id="10" name="Picture 9" descr="Has Person ​Identification System​&#10;Object Property P001571​&#10;includesDomain C200291​&#10;includesRange C001571​">
            <a:extLst>
              <a:ext uri="{FF2B5EF4-FFF2-40B4-BE49-F238E27FC236}">
                <a16:creationId xmlns:a16="http://schemas.microsoft.com/office/drawing/2014/main" id="{8713AEA9-1F5C-C431-AC57-D76E4652E32F}"/>
              </a:ext>
            </a:extLst>
          </p:cNvPr>
          <p:cNvPicPr>
            <a:picLocks noChangeAspect="1"/>
          </p:cNvPicPr>
          <p:nvPr/>
        </p:nvPicPr>
        <p:blipFill>
          <a:blip r:embed="rId13">
            <a:clrChange>
              <a:clrFrom>
                <a:srgbClr val="FFFFFF"/>
              </a:clrFrom>
              <a:clrTo>
                <a:srgbClr val="FFFFFF">
                  <a:alpha val="0"/>
                </a:srgbClr>
              </a:clrTo>
            </a:clrChange>
          </a:blip>
          <a:stretch>
            <a:fillRect/>
          </a:stretch>
        </p:blipFill>
        <p:spPr>
          <a:xfrm>
            <a:off x="4800600" y="5542317"/>
            <a:ext cx="2221992" cy="794114"/>
          </a:xfrm>
          <a:prstGeom prst="rect">
            <a:avLst/>
          </a:prstGeom>
        </p:spPr>
      </p:pic>
      <p:pic>
        <p:nvPicPr>
          <p:cNvPr id="14" name="Picture 13" descr="Has Person ​Identifier Type​&#10;Object Property P002114​&#10;includesDomain C200291​&#10;includesRange C002114​">
            <a:extLst>
              <a:ext uri="{FF2B5EF4-FFF2-40B4-BE49-F238E27FC236}">
                <a16:creationId xmlns:a16="http://schemas.microsoft.com/office/drawing/2014/main" id="{C2BEFD27-B3BB-D590-2E80-ABDF0323AB32}"/>
              </a:ext>
            </a:extLst>
          </p:cNvPr>
          <p:cNvPicPr>
            <a:picLocks noChangeAspect="1"/>
          </p:cNvPicPr>
          <p:nvPr/>
        </p:nvPicPr>
        <p:blipFill>
          <a:blip r:embed="rId14">
            <a:clrChange>
              <a:clrFrom>
                <a:srgbClr val="FFFFFF"/>
              </a:clrFrom>
              <a:clrTo>
                <a:srgbClr val="FFFFFF">
                  <a:alpha val="0"/>
                </a:srgbClr>
              </a:clrTo>
            </a:clrChange>
          </a:blip>
          <a:stretch>
            <a:fillRect/>
          </a:stretch>
        </p:blipFill>
        <p:spPr>
          <a:xfrm>
            <a:off x="4800600" y="6464608"/>
            <a:ext cx="2221992" cy="786046"/>
          </a:xfrm>
          <a:prstGeom prst="rect">
            <a:avLst/>
          </a:prstGeom>
        </p:spPr>
      </p:pic>
      <p:pic>
        <p:nvPicPr>
          <p:cNvPr id="18" name="Picture 17" descr="Has Person ​Sex Gender​&#10;Object Property P600338​&#10;includesDomain C200275​&#10;includesRange C200011​">
            <a:extLst>
              <a:ext uri="{FF2B5EF4-FFF2-40B4-BE49-F238E27FC236}">
                <a16:creationId xmlns:a16="http://schemas.microsoft.com/office/drawing/2014/main" id="{921F6ECD-95B0-CB3C-7132-8B2F26321C3B}"/>
              </a:ext>
            </a:extLst>
          </p:cNvPr>
          <p:cNvPicPr>
            <a:picLocks noChangeAspect="1"/>
          </p:cNvPicPr>
          <p:nvPr/>
        </p:nvPicPr>
        <p:blipFill>
          <a:blip r:embed="rId15">
            <a:clrChange>
              <a:clrFrom>
                <a:srgbClr val="FFFFFF"/>
              </a:clrFrom>
              <a:clrTo>
                <a:srgbClr val="FFFFFF">
                  <a:alpha val="0"/>
                </a:srgbClr>
              </a:clrTo>
            </a:clrChange>
          </a:blip>
          <a:stretch>
            <a:fillRect/>
          </a:stretch>
        </p:blipFill>
        <p:spPr>
          <a:xfrm>
            <a:off x="4800600" y="3731418"/>
            <a:ext cx="2221992" cy="783933"/>
          </a:xfrm>
          <a:prstGeom prst="rect">
            <a:avLst/>
          </a:prstGeom>
        </p:spPr>
      </p:pic>
      <p:pic>
        <p:nvPicPr>
          <p:cNvPr id="20" name="Picture 19" descr="Has Sex​ &#10;Object Property P000255​&#10;includesDomain C200011​&#10;includesRange C000255​">
            <a:extLst>
              <a:ext uri="{FF2B5EF4-FFF2-40B4-BE49-F238E27FC236}">
                <a16:creationId xmlns:a16="http://schemas.microsoft.com/office/drawing/2014/main" id="{63224A16-7737-CCAF-79DB-3C1D442ECC3D}"/>
              </a:ext>
            </a:extLst>
          </p:cNvPr>
          <p:cNvPicPr>
            <a:picLocks noChangeAspect="1"/>
          </p:cNvPicPr>
          <p:nvPr/>
        </p:nvPicPr>
        <p:blipFill>
          <a:blip r:embed="rId16">
            <a:clrChange>
              <a:clrFrom>
                <a:srgbClr val="FFFFFF"/>
              </a:clrFrom>
              <a:clrTo>
                <a:srgbClr val="FFFFFF">
                  <a:alpha val="0"/>
                </a:srgbClr>
              </a:clrTo>
            </a:clrChange>
          </a:blip>
          <a:stretch>
            <a:fillRect/>
          </a:stretch>
        </p:blipFill>
        <p:spPr>
          <a:xfrm>
            <a:off x="4800600" y="1881737"/>
            <a:ext cx="2221992" cy="795748"/>
          </a:xfrm>
          <a:prstGeom prst="rect">
            <a:avLst/>
          </a:prstGeom>
        </p:spPr>
      </p:pic>
      <p:pic>
        <p:nvPicPr>
          <p:cNvPr id="24" name="Picture 23" descr="Has Tribal Affiliation​&#10;Object Property P001657​&#10;includesDomain C200275​&#10;includesRange C001657​">
            <a:extLst>
              <a:ext uri="{FF2B5EF4-FFF2-40B4-BE49-F238E27FC236}">
                <a16:creationId xmlns:a16="http://schemas.microsoft.com/office/drawing/2014/main" id="{496E9B9B-6CDC-6258-BBFE-763669C32431}"/>
              </a:ext>
            </a:extLst>
          </p:cNvPr>
          <p:cNvPicPr>
            <a:picLocks noChangeAspect="1"/>
          </p:cNvPicPr>
          <p:nvPr/>
        </p:nvPicPr>
        <p:blipFill>
          <a:blip r:embed="rId17">
            <a:clrChange>
              <a:clrFrom>
                <a:srgbClr val="FFFFFF"/>
              </a:clrFrom>
              <a:clrTo>
                <a:srgbClr val="FFFFFF">
                  <a:alpha val="0"/>
                </a:srgbClr>
              </a:clrTo>
            </a:clrChange>
          </a:blip>
          <a:stretch>
            <a:fillRect/>
          </a:stretch>
        </p:blipFill>
        <p:spPr>
          <a:xfrm>
            <a:off x="4800600" y="964863"/>
            <a:ext cx="2221992" cy="788694"/>
          </a:xfrm>
          <a:prstGeom prst="rect">
            <a:avLst/>
          </a:prstGeom>
        </p:spPr>
      </p:pic>
      <p:sp>
        <p:nvSpPr>
          <p:cNvPr id="2" name="Slide Number Placeholder 1">
            <a:extLst>
              <a:ext uri="{FF2B5EF4-FFF2-40B4-BE49-F238E27FC236}">
                <a16:creationId xmlns:a16="http://schemas.microsoft.com/office/drawing/2014/main" id="{7F30DCA8-435F-CCBD-3D87-4182322B6648}"/>
              </a:ext>
            </a:extLst>
          </p:cNvPr>
          <p:cNvSpPr>
            <a:spLocks noGrp="1"/>
          </p:cNvSpPr>
          <p:nvPr>
            <p:ph type="sldNum" sz="quarter" idx="12"/>
          </p:nvPr>
        </p:nvSpPr>
        <p:spPr>
          <a:xfrm>
            <a:off x="7440930" y="7017309"/>
            <a:ext cx="2160270" cy="389467"/>
          </a:xfrm>
        </p:spPr>
        <p:txBody>
          <a:bodyPr/>
          <a:lstStyle/>
          <a:p>
            <a:fld id="{1D760CF6-B357-4382-8813-9BCD7C1E2176}" type="slidenum">
              <a:rPr lang="en-US" smtClean="0"/>
              <a:t>14</a:t>
            </a:fld>
            <a:endParaRPr lang="en-US" dirty="0"/>
          </a:p>
        </p:txBody>
      </p:sp>
    </p:spTree>
    <p:extLst>
      <p:ext uri="{BB962C8B-B14F-4D97-AF65-F5344CB8AC3E}">
        <p14:creationId xmlns:p14="http://schemas.microsoft.com/office/powerpoint/2010/main" val="17930344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8138E-8F9A-05CB-6856-65332C513133}"/>
              </a:ext>
            </a:extLst>
          </p:cNvPr>
          <p:cNvSpPr>
            <a:spLocks noGrp="1"/>
          </p:cNvSpPr>
          <p:nvPr>
            <p:ph type="title"/>
          </p:nvPr>
        </p:nvSpPr>
        <p:spPr>
          <a:xfrm>
            <a:off x="2155396" y="1949327"/>
            <a:ext cx="5095258" cy="2784038"/>
          </a:xfrm>
        </p:spPr>
        <p:txBody>
          <a:bodyPr>
            <a:noAutofit/>
          </a:bodyPr>
          <a:lstStyle/>
          <a:p>
            <a:pPr algn="ctr"/>
            <a:r>
              <a:rPr lang="en-US" sz="6000" dirty="0">
                <a:solidFill>
                  <a:schemeClr val="bg1"/>
                </a:solidFill>
              </a:rPr>
              <a:t>Answer keys located after this slide</a:t>
            </a:r>
          </a:p>
        </p:txBody>
      </p:sp>
      <p:sp>
        <p:nvSpPr>
          <p:cNvPr id="3" name="Slide Number Placeholder 2">
            <a:extLst>
              <a:ext uri="{FF2B5EF4-FFF2-40B4-BE49-F238E27FC236}">
                <a16:creationId xmlns:a16="http://schemas.microsoft.com/office/drawing/2014/main" id="{C1F13719-00F6-1174-B1ED-BC8699226B05}"/>
              </a:ext>
            </a:extLst>
          </p:cNvPr>
          <p:cNvSpPr>
            <a:spLocks noGrp="1"/>
          </p:cNvSpPr>
          <p:nvPr>
            <p:ph type="sldNum" sz="quarter" idx="12"/>
          </p:nvPr>
        </p:nvSpPr>
        <p:spPr/>
        <p:txBody>
          <a:bodyPr/>
          <a:lstStyle/>
          <a:p>
            <a:fld id="{1D760CF6-B357-4382-8813-9BCD7C1E2176}" type="slidenum">
              <a:rPr lang="en-US" smtClean="0">
                <a:solidFill>
                  <a:schemeClr val="bg1"/>
                </a:solidFill>
              </a:rPr>
              <a:t>15</a:t>
            </a:fld>
            <a:endParaRPr lang="en-US" dirty="0">
              <a:solidFill>
                <a:schemeClr val="bg1"/>
              </a:solidFill>
            </a:endParaRPr>
          </a:p>
        </p:txBody>
      </p:sp>
    </p:spTree>
    <p:extLst>
      <p:ext uri="{BB962C8B-B14F-4D97-AF65-F5344CB8AC3E}">
        <p14:creationId xmlns:p14="http://schemas.microsoft.com/office/powerpoint/2010/main" val="38036728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7BC18-BB70-9CBB-9D5A-5BA5B9861D3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0BD864D-696D-9CAD-9D2D-10EB79A30405}"/>
              </a:ext>
            </a:extLst>
          </p:cNvPr>
          <p:cNvSpPr>
            <a:spLocks noGrp="1"/>
          </p:cNvSpPr>
          <p:nvPr>
            <p:ph type="title" idx="4294967295"/>
          </p:nvPr>
        </p:nvSpPr>
        <p:spPr>
          <a:xfrm>
            <a:off x="660083" y="-1413934"/>
            <a:ext cx="8281035" cy="1413934"/>
          </a:xfrm>
        </p:spPr>
        <p:txBody>
          <a:bodyPr vert="horz" lIns="91440" tIns="45720" rIns="91440" bIns="45720" rtlCol="0" anchor="b">
            <a:normAutofit/>
          </a:bodyPr>
          <a:lstStyle/>
          <a:p>
            <a:r>
              <a:rPr lang="en-US" dirty="0"/>
              <a:t>Answer Key for Course Section</a:t>
            </a:r>
          </a:p>
        </p:txBody>
      </p:sp>
      <p:grpSp>
        <p:nvGrpSpPr>
          <p:cNvPr id="2" name="Group 1" descr="The answer key for Course Section class shows four branches off of it.&#10;1. Has Language Instruction goes to ISO6392 Language Code&#10;2. Has Virtual Indicator goes to Virtual Indicator&#10;3. Has Course Section Level goes to Course Section Level which goes to Has Course Level Type which ends at Course Level Type.&#10;4. Has Course goes to Course.  Then it splits into two sub branches:&#10;4a. Has Course Level Characteristic goes to Course Level Characteristic.&#10;4b. Has Career and Technical Course goes to Career and Technical Course which goes to Has SCED Course Code which ends at SCED Course Code. ">
            <a:extLst>
              <a:ext uri="{FF2B5EF4-FFF2-40B4-BE49-F238E27FC236}">
                <a16:creationId xmlns:a16="http://schemas.microsoft.com/office/drawing/2014/main" id="{A534A950-E0F7-130F-B61C-1EBFD310BD81}"/>
              </a:ext>
            </a:extLst>
          </p:cNvPr>
          <p:cNvGrpSpPr/>
          <p:nvPr/>
        </p:nvGrpSpPr>
        <p:grpSpPr>
          <a:xfrm>
            <a:off x="407752" y="1121425"/>
            <a:ext cx="8861099" cy="5029551"/>
            <a:chOff x="407752" y="1121425"/>
            <a:chExt cx="8861099" cy="5029551"/>
          </a:xfrm>
        </p:grpSpPr>
        <p:pic>
          <p:nvPicPr>
            <p:cNvPr id="3" name="Picture 2">
              <a:extLst>
                <a:ext uri="{FF2B5EF4-FFF2-40B4-BE49-F238E27FC236}">
                  <a16:creationId xmlns:a16="http://schemas.microsoft.com/office/drawing/2014/main" id="{23F9F304-F3BF-CE07-0BC3-3DFFAD822409}"/>
                </a:ext>
              </a:extLst>
            </p:cNvPr>
            <p:cNvPicPr>
              <a:picLocks noChangeAspect="1"/>
            </p:cNvPicPr>
            <p:nvPr/>
          </p:nvPicPr>
          <p:blipFill>
            <a:blip r:embed="rId3"/>
            <a:stretch>
              <a:fillRect/>
            </a:stretch>
          </p:blipFill>
          <p:spPr>
            <a:xfrm>
              <a:off x="407752" y="1121425"/>
              <a:ext cx="8861099" cy="5029551"/>
            </a:xfrm>
            <a:prstGeom prst="rect">
              <a:avLst/>
            </a:prstGeom>
          </p:spPr>
        </p:pic>
        <p:sp>
          <p:nvSpPr>
            <p:cNvPr id="36" name="TextBox 35">
              <a:extLst>
                <a:ext uri="{FF2B5EF4-FFF2-40B4-BE49-F238E27FC236}">
                  <a16:creationId xmlns:a16="http://schemas.microsoft.com/office/drawing/2014/main" id="{620622E7-51D4-D677-438E-DE2244F61A24}"/>
                </a:ext>
              </a:extLst>
            </p:cNvPr>
            <p:cNvSpPr txBox="1"/>
            <p:nvPr/>
          </p:nvSpPr>
          <p:spPr>
            <a:xfrm>
              <a:off x="417443" y="1164224"/>
              <a:ext cx="1346256" cy="310534"/>
            </a:xfrm>
            <a:prstGeom prst="rect">
              <a:avLst/>
            </a:prstGeom>
            <a:solidFill>
              <a:srgbClr val="C00000"/>
            </a:solidFill>
          </p:spPr>
          <p:txBody>
            <a:bodyPr wrap="square" rtlCol="0">
              <a:spAutoFit/>
            </a:bodyPr>
            <a:lstStyle/>
            <a:p>
              <a:r>
                <a:rPr lang="en-US" sz="1418" dirty="0">
                  <a:solidFill>
                    <a:schemeClr val="bg1"/>
                  </a:solidFill>
                </a:rPr>
                <a:t>ANSWER KEY</a:t>
              </a:r>
            </a:p>
          </p:txBody>
        </p:sp>
      </p:grpSp>
      <p:sp>
        <p:nvSpPr>
          <p:cNvPr id="5" name="Slide Number Placeholder 4">
            <a:extLst>
              <a:ext uri="{FF2B5EF4-FFF2-40B4-BE49-F238E27FC236}">
                <a16:creationId xmlns:a16="http://schemas.microsoft.com/office/drawing/2014/main" id="{5665E444-3190-8A28-EE9F-01ADE18AC72B}"/>
              </a:ext>
            </a:extLst>
          </p:cNvPr>
          <p:cNvSpPr>
            <a:spLocks noGrp="1"/>
          </p:cNvSpPr>
          <p:nvPr>
            <p:ph type="sldNum" sz="quarter" idx="12"/>
          </p:nvPr>
        </p:nvSpPr>
        <p:spPr/>
        <p:txBody>
          <a:bodyPr/>
          <a:lstStyle/>
          <a:p>
            <a:fld id="{1D760CF6-B357-4382-8813-9BCD7C1E2176}" type="slidenum">
              <a:rPr lang="en-US" smtClean="0"/>
              <a:t>16</a:t>
            </a:fld>
            <a:endParaRPr lang="en-US"/>
          </a:p>
        </p:txBody>
      </p:sp>
    </p:spTree>
    <p:extLst>
      <p:ext uri="{BB962C8B-B14F-4D97-AF65-F5344CB8AC3E}">
        <p14:creationId xmlns:p14="http://schemas.microsoft.com/office/powerpoint/2010/main" val="36939689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D74D4C9-2570-0456-CBE4-8DE528FB0BAE}"/>
              </a:ext>
            </a:extLst>
          </p:cNvPr>
          <p:cNvSpPr>
            <a:spLocks noGrp="1"/>
          </p:cNvSpPr>
          <p:nvPr>
            <p:ph type="title" idx="4294967295"/>
          </p:nvPr>
        </p:nvSpPr>
        <p:spPr>
          <a:xfrm>
            <a:off x="660083" y="-1413934"/>
            <a:ext cx="8281035" cy="1413934"/>
          </a:xfrm>
        </p:spPr>
        <p:txBody>
          <a:bodyPr vert="horz" lIns="91440" tIns="45720" rIns="91440" bIns="45720" rtlCol="0" anchor="b">
            <a:normAutofit/>
          </a:bodyPr>
          <a:lstStyle/>
          <a:p>
            <a:r>
              <a:rPr lang="en-US" dirty="0"/>
              <a:t>Answer Key for Organization</a:t>
            </a:r>
          </a:p>
        </p:txBody>
      </p:sp>
      <p:grpSp>
        <p:nvGrpSpPr>
          <p:cNvPr id="2" name="Group 1" descr="The answer key for Organization shows four branches off of it.&#10;1. Has Organization Type goes to Organization Type&#10;2. Has Interdisciplinary Indicator goes to Interdisciplinary Indicator.&#10;3. Has Organization Identification goes to Organization Identification which goes to Has Organization Identification System which ends at Organization Identification System.&#10;4. Has Location goes to Location which goes to Has Locational Address which goes to Location Address which then splits into two sub-branches:&#10;4a. Has State Abbreviation goes to State Abbreviation&#10;4b. Has County Code goes to County Code.&#10;">
            <a:extLst>
              <a:ext uri="{FF2B5EF4-FFF2-40B4-BE49-F238E27FC236}">
                <a16:creationId xmlns:a16="http://schemas.microsoft.com/office/drawing/2014/main" id="{94D579B6-80BC-3D11-68AF-16911817B92E}"/>
              </a:ext>
            </a:extLst>
          </p:cNvPr>
          <p:cNvGrpSpPr/>
          <p:nvPr/>
        </p:nvGrpSpPr>
        <p:grpSpPr>
          <a:xfrm>
            <a:off x="292211" y="1164224"/>
            <a:ext cx="8787185" cy="5091883"/>
            <a:chOff x="292211" y="1164224"/>
            <a:chExt cx="8787185" cy="5091883"/>
          </a:xfrm>
        </p:grpSpPr>
        <p:pic>
          <p:nvPicPr>
            <p:cNvPr id="5" name="Picture 4" descr="Diagram&#10;&#10;AI-generated content may be incorrect.">
              <a:extLst>
                <a:ext uri="{FF2B5EF4-FFF2-40B4-BE49-F238E27FC236}">
                  <a16:creationId xmlns:a16="http://schemas.microsoft.com/office/drawing/2014/main" id="{AB054FD8-02D5-E646-4C7E-7ED2238C0B8B}"/>
                </a:ext>
              </a:extLst>
            </p:cNvPr>
            <p:cNvPicPr>
              <a:picLocks noChangeAspect="1"/>
            </p:cNvPicPr>
            <p:nvPr/>
          </p:nvPicPr>
          <p:blipFill>
            <a:blip r:embed="rId3"/>
            <a:stretch>
              <a:fillRect/>
            </a:stretch>
          </p:blipFill>
          <p:spPr>
            <a:xfrm>
              <a:off x="292211" y="1372264"/>
              <a:ext cx="8787185" cy="4883843"/>
            </a:xfrm>
            <a:prstGeom prst="rect">
              <a:avLst/>
            </a:prstGeom>
          </p:spPr>
        </p:pic>
        <p:sp>
          <p:nvSpPr>
            <p:cNvPr id="36" name="TextBox 35">
              <a:extLst>
                <a:ext uri="{FF2B5EF4-FFF2-40B4-BE49-F238E27FC236}">
                  <a16:creationId xmlns:a16="http://schemas.microsoft.com/office/drawing/2014/main" id="{EF5772B4-6491-70A7-D91D-3130FAE23368}"/>
                </a:ext>
              </a:extLst>
            </p:cNvPr>
            <p:cNvSpPr txBox="1"/>
            <p:nvPr/>
          </p:nvSpPr>
          <p:spPr>
            <a:xfrm>
              <a:off x="417443" y="1164224"/>
              <a:ext cx="1346256" cy="310534"/>
            </a:xfrm>
            <a:prstGeom prst="rect">
              <a:avLst/>
            </a:prstGeom>
            <a:solidFill>
              <a:srgbClr val="C00000"/>
            </a:solidFill>
          </p:spPr>
          <p:txBody>
            <a:bodyPr wrap="square" rtlCol="0">
              <a:spAutoFit/>
            </a:bodyPr>
            <a:lstStyle/>
            <a:p>
              <a:r>
                <a:rPr lang="en-US" sz="1418" dirty="0">
                  <a:solidFill>
                    <a:schemeClr val="bg1"/>
                  </a:solidFill>
                </a:rPr>
                <a:t>ANSWER KEY</a:t>
              </a:r>
            </a:p>
          </p:txBody>
        </p:sp>
      </p:grpSp>
      <p:sp>
        <p:nvSpPr>
          <p:cNvPr id="4" name="Slide Number Placeholder 3">
            <a:extLst>
              <a:ext uri="{FF2B5EF4-FFF2-40B4-BE49-F238E27FC236}">
                <a16:creationId xmlns:a16="http://schemas.microsoft.com/office/drawing/2014/main" id="{3BBD38C9-C3B7-CC62-0381-00DB2EB46868}"/>
              </a:ext>
            </a:extLst>
          </p:cNvPr>
          <p:cNvSpPr>
            <a:spLocks noGrp="1"/>
          </p:cNvSpPr>
          <p:nvPr>
            <p:ph type="sldNum" sz="quarter" idx="12"/>
          </p:nvPr>
        </p:nvSpPr>
        <p:spPr/>
        <p:txBody>
          <a:bodyPr/>
          <a:lstStyle/>
          <a:p>
            <a:fld id="{1D760CF6-B357-4382-8813-9BCD7C1E2176}" type="slidenum">
              <a:rPr lang="en-US" smtClean="0"/>
              <a:t>17</a:t>
            </a:fld>
            <a:endParaRPr lang="en-US"/>
          </a:p>
        </p:txBody>
      </p:sp>
    </p:spTree>
    <p:extLst>
      <p:ext uri="{BB962C8B-B14F-4D97-AF65-F5344CB8AC3E}">
        <p14:creationId xmlns:p14="http://schemas.microsoft.com/office/powerpoint/2010/main" val="9209095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E6A5A1-2547-52DC-28FE-92E2AB76D84F}"/>
              </a:ext>
            </a:extLst>
          </p:cNvPr>
          <p:cNvSpPr>
            <a:spLocks noGrp="1"/>
          </p:cNvSpPr>
          <p:nvPr>
            <p:ph type="ctrTitle"/>
          </p:nvPr>
        </p:nvSpPr>
        <p:spPr>
          <a:xfrm>
            <a:off x="720090" y="-2546773"/>
            <a:ext cx="8161020" cy="2546773"/>
          </a:xfrm>
        </p:spPr>
        <p:txBody>
          <a:bodyPr vert="horz" lIns="91440" tIns="45720" rIns="91440" bIns="45720" rtlCol="0" anchor="b">
            <a:normAutofit/>
          </a:bodyPr>
          <a:lstStyle/>
          <a:p>
            <a:r>
              <a:rPr lang="en-US" dirty="0"/>
              <a:t>Answer Key for Person</a:t>
            </a:r>
          </a:p>
        </p:txBody>
      </p:sp>
      <p:grpSp>
        <p:nvGrpSpPr>
          <p:cNvPr id="2" name="Group 1" descr="The answer key for the Person class has four branches coming off it.&#10;1. Has Tribal Affiliation goes to Tribal Affiliation&#10;2. Has Person Sex Gender goes to Person Sex Gender which goes to Has Sex which ends at Sex&#10;3. Has Person Demographic Race goes to Person Demographic Race which goes to Has Race and Ethnicity which ends at Race and Ethnicity.&#10;4. Has Person Identification goes to Person Identification which then splits into two sub branches:&#10;4a. Has Person Identification System goes to Person Identification System&#10;4b. Has Person Identifier Type goes to Person Identifier Type.">
            <a:extLst>
              <a:ext uri="{FF2B5EF4-FFF2-40B4-BE49-F238E27FC236}">
                <a16:creationId xmlns:a16="http://schemas.microsoft.com/office/drawing/2014/main" id="{BD163354-3682-C9F2-4ED9-FFC7AFD88215}"/>
              </a:ext>
            </a:extLst>
          </p:cNvPr>
          <p:cNvGrpSpPr/>
          <p:nvPr/>
        </p:nvGrpSpPr>
        <p:grpSpPr>
          <a:xfrm>
            <a:off x="341103" y="1136403"/>
            <a:ext cx="8675676" cy="5295227"/>
            <a:chOff x="341103" y="1136403"/>
            <a:chExt cx="8675676" cy="5295227"/>
          </a:xfrm>
        </p:grpSpPr>
        <p:pic>
          <p:nvPicPr>
            <p:cNvPr id="3" name="Picture 2" descr="Diagram&#10;&#10;AI-generated content may be incorrect.">
              <a:extLst>
                <a:ext uri="{FF2B5EF4-FFF2-40B4-BE49-F238E27FC236}">
                  <a16:creationId xmlns:a16="http://schemas.microsoft.com/office/drawing/2014/main" id="{7ED8AC69-D038-6C9E-0618-B9841883E109}"/>
                </a:ext>
              </a:extLst>
            </p:cNvPr>
            <p:cNvPicPr>
              <a:picLocks noChangeAspect="1"/>
            </p:cNvPicPr>
            <p:nvPr/>
          </p:nvPicPr>
          <p:blipFill>
            <a:blip r:embed="rId3"/>
            <a:srcRect t="4825" b="8300"/>
            <a:stretch>
              <a:fillRect/>
            </a:stretch>
          </p:blipFill>
          <p:spPr>
            <a:xfrm>
              <a:off x="341103" y="1427252"/>
              <a:ext cx="8675676" cy="5004378"/>
            </a:xfrm>
            <a:prstGeom prst="rect">
              <a:avLst/>
            </a:prstGeom>
          </p:spPr>
        </p:pic>
        <p:sp>
          <p:nvSpPr>
            <p:cNvPr id="46" name="TextBox 45">
              <a:extLst>
                <a:ext uri="{FF2B5EF4-FFF2-40B4-BE49-F238E27FC236}">
                  <a16:creationId xmlns:a16="http://schemas.microsoft.com/office/drawing/2014/main" id="{80ED9836-A02C-427D-4603-C122245D1AF2}"/>
                </a:ext>
              </a:extLst>
            </p:cNvPr>
            <p:cNvSpPr txBox="1"/>
            <p:nvPr/>
          </p:nvSpPr>
          <p:spPr>
            <a:xfrm>
              <a:off x="424592" y="1136403"/>
              <a:ext cx="1316854" cy="310534"/>
            </a:xfrm>
            <a:prstGeom prst="rect">
              <a:avLst/>
            </a:prstGeom>
            <a:solidFill>
              <a:srgbClr val="C00000"/>
            </a:solidFill>
          </p:spPr>
          <p:txBody>
            <a:bodyPr wrap="square" rtlCol="0">
              <a:spAutoFit/>
            </a:bodyPr>
            <a:lstStyle/>
            <a:p>
              <a:r>
                <a:rPr lang="en-US" sz="1418" dirty="0">
                  <a:solidFill>
                    <a:schemeClr val="bg1"/>
                  </a:solidFill>
                </a:rPr>
                <a:t>ANSWER KEY</a:t>
              </a:r>
            </a:p>
          </p:txBody>
        </p:sp>
      </p:grpSp>
      <p:sp>
        <p:nvSpPr>
          <p:cNvPr id="5" name="Slide Number Placeholder 4">
            <a:extLst>
              <a:ext uri="{FF2B5EF4-FFF2-40B4-BE49-F238E27FC236}">
                <a16:creationId xmlns:a16="http://schemas.microsoft.com/office/drawing/2014/main" id="{6CF95125-1979-1513-001D-C159FFC0C4B2}"/>
              </a:ext>
            </a:extLst>
          </p:cNvPr>
          <p:cNvSpPr>
            <a:spLocks noGrp="1"/>
          </p:cNvSpPr>
          <p:nvPr>
            <p:ph type="sldNum" sz="quarter" idx="12"/>
          </p:nvPr>
        </p:nvSpPr>
        <p:spPr/>
        <p:txBody>
          <a:bodyPr/>
          <a:lstStyle/>
          <a:p>
            <a:fld id="{1D760CF6-B357-4382-8813-9BCD7C1E2176}" type="slidenum">
              <a:rPr lang="en-US" smtClean="0"/>
              <a:t>18</a:t>
            </a:fld>
            <a:endParaRPr lang="en-US"/>
          </a:p>
        </p:txBody>
      </p:sp>
    </p:spTree>
    <p:extLst>
      <p:ext uri="{BB962C8B-B14F-4D97-AF65-F5344CB8AC3E}">
        <p14:creationId xmlns:p14="http://schemas.microsoft.com/office/powerpoint/2010/main" val="3173518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EB3DB719FA1C34080E4814B0864F043" ma:contentTypeVersion="19" ma:contentTypeDescription="Create a new document." ma:contentTypeScope="" ma:versionID="dabc8e52b597690d36228797b774ca72">
  <xsd:schema xmlns:xsd="http://www.w3.org/2001/XMLSchema" xmlns:xs="http://www.w3.org/2001/XMLSchema" xmlns:p="http://schemas.microsoft.com/office/2006/metadata/properties" xmlns:ns1="http://schemas.microsoft.com/sharepoint/v3" xmlns:ns2="49e57fdc-d174-43e0-9585-3c8a10f83790" xmlns:ns3="b00803ea-64bf-46da-84ea-3b805ebd7f86" xmlns:ns4="e4664c3e-f049-4574-bd7d-7499d2032cca" targetNamespace="http://schemas.microsoft.com/office/2006/metadata/properties" ma:root="true" ma:fieldsID="8c780a21b398df89aa37bfd0d4662624" ns1:_="" ns2:_="" ns3:_="" ns4:_="">
    <xsd:import namespace="http://schemas.microsoft.com/sharepoint/v3"/>
    <xsd:import namespace="49e57fdc-d174-43e0-9585-3c8a10f83790"/>
    <xsd:import namespace="b00803ea-64bf-46da-84ea-3b805ebd7f86"/>
    <xsd:import namespace="e4664c3e-f049-4574-bd7d-7499d2032cca"/>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DateTaken" minOccurs="0"/>
                <xsd:element ref="ns2:MediaLengthInSeconds" minOccurs="0"/>
                <xsd:element ref="ns2:lcf76f155ced4ddcb4097134ff3c332f" minOccurs="0"/>
                <xsd:element ref="ns4:TaxCatchAll" minOccurs="0"/>
                <xsd:element ref="ns2:MediaServiceObjectDetectorVersions" minOccurs="0"/>
                <xsd:element ref="ns2: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5" nillable="true" ma:displayName="Unified Compliance Policy Properties" ma:hidden="true" ma:internalName="_ip_UnifiedCompliancePolicyProperties">
      <xsd:simpleType>
        <xsd:restriction base="dms:Note"/>
      </xsd:simpleType>
    </xsd:element>
    <xsd:element name="_ip_UnifiedCompliancePolicyUIAction" ma:index="2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9e57fdc-d174-43e0-9585-3c8a10f837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c0d83692-8000-456c-81e0-753272234f0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00803ea-64bf-46da-84ea-3b805ebd7f86"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664c3e-f049-4574-bd7d-7499d2032cca"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975bdaf4-af8d-4568-8039-5f812f555784}" ma:internalName="TaxCatchAll" ma:showField="CatchAllData" ma:web="b00803ea-64bf-46da-84ea-3b805ebd7f8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49e57fdc-d174-43e0-9585-3c8a10f83790">
      <Terms xmlns="http://schemas.microsoft.com/office/infopath/2007/PartnerControls"/>
    </lcf76f155ced4ddcb4097134ff3c332f>
    <TaxCatchAll xmlns="e4664c3e-f049-4574-bd7d-7499d2032cca" xsi:nil="true"/>
  </documentManagement>
</p:properties>
</file>

<file path=customXml/itemProps1.xml><?xml version="1.0" encoding="utf-8"?>
<ds:datastoreItem xmlns:ds="http://schemas.openxmlformats.org/officeDocument/2006/customXml" ds:itemID="{FD827BD2-3EDA-452F-8341-5195203509E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9e57fdc-d174-43e0-9585-3c8a10f83790"/>
    <ds:schemaRef ds:uri="b00803ea-64bf-46da-84ea-3b805ebd7f86"/>
    <ds:schemaRef ds:uri="e4664c3e-f049-4574-bd7d-7499d2032c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DB9AD0F-1A07-4BCD-90CF-AF7A8233FDEE}">
  <ds:schemaRefs>
    <ds:schemaRef ds:uri="http://schemas.microsoft.com/sharepoint/v3/contenttype/forms"/>
  </ds:schemaRefs>
</ds:datastoreItem>
</file>

<file path=customXml/itemProps3.xml><?xml version="1.0" encoding="utf-8"?>
<ds:datastoreItem xmlns:ds="http://schemas.openxmlformats.org/officeDocument/2006/customXml" ds:itemID="{13434FD6-222D-450F-AAA0-3BFE9C498C62}">
  <ds:schemaRefs>
    <ds:schemaRef ds:uri="http://schemas.microsoft.com/office/2006/metadata/properties"/>
    <ds:schemaRef ds:uri="http://schemas.microsoft.com/office/infopath/2007/PartnerControls"/>
    <ds:schemaRef ds:uri="http://schemas.microsoft.com/sharepoint/v3"/>
    <ds:schemaRef ds:uri="49e57fdc-d174-43e0-9585-3c8a10f83790"/>
    <ds:schemaRef ds:uri="e4664c3e-f049-4574-bd7d-7499d2032cca"/>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683</Words>
  <Application>Microsoft Office PowerPoint</Application>
  <PresentationFormat>Custom</PresentationFormat>
  <Paragraphs>111</Paragraphs>
  <Slides>18</Slides>
  <Notes>12</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STOP!</vt:lpstr>
      <vt:lpstr>Classes and  Object Properties</vt:lpstr>
      <vt:lpstr>Activity Prerequisite: Can you move, resize, and rotate shapes in PowerPoint?</vt:lpstr>
      <vt:lpstr>First, you’ll see a variety of shapes…</vt:lpstr>
      <vt:lpstr>Rearrange the shapes to learn more about how object properties act as links between classes*.</vt:lpstr>
      <vt:lpstr>Object properties have domains and range(s).</vt:lpstr>
      <vt:lpstr>The codes must match!</vt:lpstr>
      <vt:lpstr>Only Object Properties can connect classes.</vt:lpstr>
      <vt:lpstr>Each parent class will have multiple branches</vt:lpstr>
      <vt:lpstr>Branches will vary in size and complexity.</vt:lpstr>
      <vt:lpstr>Slide 12 is related to COURSE data.  Slide 13 is related to ORGANIZATION data.    Slide 14 is related to  PERSON data.   You may choose which one(s) to do.  The answer keys are located on slides 16-18</vt:lpstr>
      <vt:lpstr>  Course Section Class C200074        </vt:lpstr>
      <vt:lpstr>Organization Class C200239        </vt:lpstr>
      <vt:lpstr> Person Class C200275    </vt:lpstr>
      <vt:lpstr>Answer keys located after this slide</vt:lpstr>
      <vt:lpstr>Answer Key for Course Section</vt:lpstr>
      <vt:lpstr>Answer Key for Organization</vt:lpstr>
      <vt:lpstr>Answer Key for Person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Classes and Object Properties - PowerPoint Activity</dc:title>
  <dc:creator/>
  <cp:keywords>CEDS, Ontology, Classes, Object Properties</cp:keywords>
  <cp:lastModifiedBy/>
  <cp:revision>4</cp:revision>
  <dcterms:created xsi:type="dcterms:W3CDTF">2026-09-14T15:22:58Z</dcterms:created>
  <dcterms:modified xsi:type="dcterms:W3CDTF">2026-10-01T20:06:54Z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f46dfe0-534f-4c95-815c-5b1af86b9823_Enabled">
    <vt:lpwstr>true</vt:lpwstr>
  </property>
  <property fmtid="{D5CDD505-2E9C-101B-9397-08002B2CF9AE}" pid="3" name="MSIP_Label_2f46dfe0-534f-4c95-815c-5b1af86b9823_SetDate">
    <vt:lpwstr>2026-09-14T15:23:11Z</vt:lpwstr>
  </property>
  <property fmtid="{D5CDD505-2E9C-101B-9397-08002B2CF9AE}" pid="4" name="MSIP_Label_2f46dfe0-534f-4c95-815c-5b1af86b9823_Method">
    <vt:lpwstr>Privileged</vt:lpwstr>
  </property>
  <property fmtid="{D5CDD505-2E9C-101B-9397-08002B2CF9AE}" pid="5" name="MSIP_Label_2f46dfe0-534f-4c95-815c-5b1af86b9823_Name">
    <vt:lpwstr>2f46dfe0-534f-4c95-815c-5b1af86b9823</vt:lpwstr>
  </property>
  <property fmtid="{D5CDD505-2E9C-101B-9397-08002B2CF9AE}" pid="6" name="MSIP_Label_2f46dfe0-534f-4c95-815c-5b1af86b9823_SiteId">
    <vt:lpwstr>d5fb7087-3777-42ad-966a-892ef47225d1</vt:lpwstr>
  </property>
  <property fmtid="{D5CDD505-2E9C-101B-9397-08002B2CF9AE}" pid="7" name="MSIP_Label_2f46dfe0-534f-4c95-815c-5b1af86b9823_ActionId">
    <vt:lpwstr>4c10f380-1f93-4d37-a2c2-d3ee023537b3</vt:lpwstr>
  </property>
  <property fmtid="{D5CDD505-2E9C-101B-9397-08002B2CF9AE}" pid="8" name="MSIP_Label_2f46dfe0-534f-4c95-815c-5b1af86b9823_ContentBits">
    <vt:lpwstr>0</vt:lpwstr>
  </property>
  <property fmtid="{D5CDD505-2E9C-101B-9397-08002B2CF9AE}" pid="9" name="MSIP_Label_2f46dfe0-534f-4c95-815c-5b1af86b9823_Tag">
    <vt:lpwstr>10, 0, 1, 1</vt:lpwstr>
  </property>
  <property fmtid="{D5CDD505-2E9C-101B-9397-08002B2CF9AE}" pid="10" name="MediaServiceImageTags">
    <vt:lpwstr/>
  </property>
  <property fmtid="{D5CDD505-2E9C-101B-9397-08002B2CF9AE}" pid="11" name="ContentTypeId">
    <vt:lpwstr>0x010100DEB3DB719FA1C34080E4814B0864F043</vt:lpwstr>
  </property>
</Properties>
</file>